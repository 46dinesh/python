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714" r:id="rId1"/>
  </p:sldMasterIdLst>
  <p:notesMasterIdLst>
    <p:notesMasterId r:id="rId2"/>
  </p:notesMasterIdLst>
  <p:sldIdLst>
    <p:sldId id="342" r:id="rId3"/>
    <p:sldId id="343" r:id="rId4"/>
    <p:sldId id="344" r:id="rId5"/>
    <p:sldId id="345" r:id="rId6"/>
    <p:sldId id="346" r:id="rId7"/>
    <p:sldId id="347" r:id="rId8"/>
    <p:sldId id="348" r:id="rId9"/>
    <p:sldId id="349" r:id="rId10"/>
    <p:sldId id="350" r:id="rId11"/>
    <p:sldId id="351" r:id="rId12"/>
    <p:sldId id="353" r:id="rId13"/>
    <p:sldId id="354" r:id="rId14"/>
    <p:sldId id="355" r:id="rId15"/>
  </p:sldIdLst>
  <p:sldSz cy="5143500" cx="9144000"/>
  <p:notesSz cx="6797675" cy="9926625"/>
  <p:embeddedFontLst>
    <p:embeddedFont>
      <p:font typeface="Gill Sans"/>
      <p:regular r:id="rId16"/>
      <p:bold r:id="rId17"/>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9582B16A-9D86-4226-A171-74BBE444D9A0}"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b="off" i="off"/>
      <a:tcStyle>
        <a:fill>
          <a:solidFill>
            <a:srgbClr val="D4D6E0"/>
          </a:solidFill>
        </a:fill>
      </a:tcStyle>
    </a:band1H>
    <a:band2H>
      <a:tcTxStyle b="off" i="off"/>
      <a:tcStyle>
        <a:fill>
          <a:solidFill>
            <a:srgbClr val="D4D6E0"/>
          </a:solidFill>
        </a:fill>
      </a:tcStyle>
    </a:band2H>
    <a:band1V>
      <a:tcTxStyle b="off" i="off"/>
      <a:tcStyle>
        <a:fill>
          <a:solidFill>
            <a:srgbClr val="D4D6E0"/>
          </a:solidFill>
        </a:fill>
      </a:tcStyle>
    </a:band1V>
    <a:band2V>
      <a:tcTxStyle b="off" i="off"/>
      <a:tcStyle>
        <a:fill>
          <a:solidFill>
            <a:srgbClr val="D4D6E0"/>
          </a:solidFill>
        </a:fill>
      </a:tc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op>
            <a:ln w="38100" cap="flat" cmpd="sng">
              <a:solidFill>
                <a:schemeClr val="lt1"/>
              </a:solidFill>
              <a:prstDash val="solid"/>
              <a:round/>
              <a:headEnd type="none" w="sm" len="sm"/>
              <a:tailEnd type="none" w="sm" len="sm"/>
            </a:ln>
          </a:top>
        </a:tcBdr>
        <a:fill>
          <a:solidFill>
            <a:schemeClr val="accent1"/>
          </a:solidFill>
        </a:fill>
      </a:tcStyle>
    </a:seCell>
    <a:swCell>
      <a:tcTxStyle b="off" i="off"/>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b="off" i="off"/>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Lst>
</file>

<file path=ppt/viewProps.xml><?xml version="1.0" encoding="utf-8"?>
<p:viewPr xmlns:p="http://schemas.openxmlformats.org/presentationml/2006/main" xmlns:r="http://schemas.openxmlformats.org/officeDocument/2006/relationships" xmlns:a="http://schemas.openxmlformats.org/drawingml/2006/main" showComments="0">
  <p:slideViewPr>
    <p:cSldViewPr snapToGrid="0">
      <p:cViewPr varScale="1">
        <p:scale>
          <a:sx n="100" d="100"/>
          <a:sy n="100" d="100"/>
        </p:scale>
        <p:origin x="0" y="0"/>
      </p:cViewPr>
      <p:guideLst>
        <p:guide orient="horz" pos="1620"/>
        <p:guide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tableStyles" Target="tableStyle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p:bgPr>
    </p:bg>
    <p:spTree>
      <p:nvGrpSpPr>
        <p:cNvPr id="77" name="Shape 2"/>
        <p:cNvGrpSpPr/>
        <p:nvPr/>
      </p:nvGrpSpPr>
      <p:grpSpPr>
        <a:xfrm>
          <a:off x="0" y="0"/>
          <a:ext cx="0" cy="0"/>
          <a:chOff x="0" y="0"/>
          <a:chExt cx="0" cy="0"/>
        </a:xfrm>
      </p:grpSpPr>
      <p:sp>
        <p:nvSpPr>
          <p:cNvPr id="1048731" name="Google Shape;3;n"/>
          <p:cNvSpPr txBox="1"/>
          <p:nvPr>
            <p:ph type="hdr" idx="2"/>
          </p:nvPr>
        </p:nvSpPr>
        <p:spPr>
          <a:xfrm>
            <a:off x="0" y="0"/>
            <a:ext cx="2946400" cy="495300"/>
          </a:xfrm>
          <a:prstGeom prst="rect"/>
          <a:noFill/>
          <a:ln>
            <a:noFill/>
          </a:ln>
        </p:spPr>
        <p:txBody>
          <a:bodyPr anchor="t" anchorCtr="0" bIns="47775" lIns="95550" rIns="95550" spcFirstLastPara="1" tIns="47775" wrap="square">
            <a:noAutofit/>
          </a:bodyPr>
          <a:lstStyle>
            <a:lvl1pPr algn="l" lvl="0" marR="0" rtl="0">
              <a:lnSpc>
                <a:spcPct val="100000"/>
              </a:lnSpc>
              <a:spcBef>
                <a:spcPts val="0"/>
              </a:spcBef>
              <a:spcAft>
                <a:spcPts val="0"/>
              </a:spcAft>
              <a:buClr>
                <a:srgbClr val="000000"/>
              </a:buClr>
              <a:buSzPts val="1400"/>
              <a:buFont typeface="Arial"/>
              <a:buNone/>
              <a:defRPr b="0" cap="none" sz="13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32" name="Google Shape;4;n"/>
          <p:cNvSpPr txBox="1"/>
          <p:nvPr>
            <p:ph type="dt" idx="10"/>
          </p:nvPr>
        </p:nvSpPr>
        <p:spPr>
          <a:xfrm>
            <a:off x="3849688" y="0"/>
            <a:ext cx="2946400" cy="495300"/>
          </a:xfrm>
          <a:prstGeom prst="rect"/>
          <a:noFill/>
          <a:ln>
            <a:noFill/>
          </a:ln>
        </p:spPr>
        <p:txBody>
          <a:bodyPr anchor="t" anchorCtr="0" bIns="47775" lIns="95550" rIns="95550" spcFirstLastPara="1" tIns="47775" wrap="square">
            <a:noAutofit/>
          </a:bodyPr>
          <a:lstStyle>
            <a:lvl1pPr algn="r" lvl="0" marR="0" rtl="0">
              <a:lnSpc>
                <a:spcPct val="100000"/>
              </a:lnSpc>
              <a:spcBef>
                <a:spcPts val="0"/>
              </a:spcBef>
              <a:spcAft>
                <a:spcPts val="0"/>
              </a:spcAft>
              <a:buClr>
                <a:srgbClr val="000000"/>
              </a:buClr>
              <a:buSzPts val="1400"/>
              <a:buFont typeface="Arial"/>
              <a:buNone/>
              <a:defRPr b="0" cap="none" sz="13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33" name="Google Shape;5;n"/>
          <p:cNvSpPr/>
          <p:nvPr>
            <p:ph type="sldImg" idx="3"/>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34" name="Google Shape;6;n"/>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lstStyle>
            <a:lvl1pPr algn="l" indent="-228600" lvl="0" marL="457200" marR="0" rtl="0">
              <a:lnSpc>
                <a:spcPct val="100000"/>
              </a:lnSpc>
              <a:spcBef>
                <a:spcPts val="36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1pPr>
            <a:lvl2pPr algn="l" indent="-228600" lvl="1" marL="914400" marR="0" rtl="0">
              <a:lnSpc>
                <a:spcPct val="100000"/>
              </a:lnSpc>
              <a:spcBef>
                <a:spcPts val="36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2pPr>
            <a:lvl3pPr algn="l" indent="-228600" lvl="2" marL="1371600" marR="0" rtl="0">
              <a:lnSpc>
                <a:spcPct val="100000"/>
              </a:lnSpc>
              <a:spcBef>
                <a:spcPts val="36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3pPr>
            <a:lvl4pPr algn="l" indent="-228600" lvl="3" marL="1828800" marR="0" rtl="0">
              <a:lnSpc>
                <a:spcPct val="100000"/>
              </a:lnSpc>
              <a:spcBef>
                <a:spcPts val="36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4pPr>
            <a:lvl5pPr algn="l" indent="-228600" lvl="4" marL="2286000" marR="0" rtl="0">
              <a:lnSpc>
                <a:spcPct val="100000"/>
              </a:lnSpc>
              <a:spcBef>
                <a:spcPts val="36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5pPr>
            <a:lvl6pPr algn="l" indent="-228600" lvl="5" marL="27432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6pPr>
            <a:lvl7pPr algn="l" indent="-228600" lvl="6" marL="32004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7pPr>
            <a:lvl8pPr algn="l" indent="-228600" lvl="7" marL="36576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8pPr>
            <a:lvl9pPr algn="l" indent="-228600" lvl="8" marL="41148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9pPr>
          </a:lstStyle>
          <a:p/>
        </p:txBody>
      </p:sp>
      <p:sp>
        <p:nvSpPr>
          <p:cNvPr id="1048735" name="Google Shape;7;n"/>
          <p:cNvSpPr txBox="1"/>
          <p:nvPr>
            <p:ph type="ftr" idx="11"/>
          </p:nvPr>
        </p:nvSpPr>
        <p:spPr>
          <a:xfrm>
            <a:off x="0" y="9429750"/>
            <a:ext cx="2946400" cy="495300"/>
          </a:xfrm>
          <a:prstGeom prst="rect"/>
          <a:noFill/>
          <a:ln>
            <a:noFill/>
          </a:ln>
        </p:spPr>
        <p:txBody>
          <a:bodyPr anchor="b" anchorCtr="0" bIns="47775" lIns="95550" rIns="95550" spcFirstLastPara="1" tIns="47775" wrap="square">
            <a:noAutofit/>
          </a:bodyPr>
          <a:lstStyle>
            <a:lvl1pPr algn="l" lvl="0" marR="0" rtl="0">
              <a:lnSpc>
                <a:spcPct val="100000"/>
              </a:lnSpc>
              <a:spcBef>
                <a:spcPts val="0"/>
              </a:spcBef>
              <a:spcAft>
                <a:spcPts val="0"/>
              </a:spcAft>
              <a:buClr>
                <a:srgbClr val="000000"/>
              </a:buClr>
              <a:buSzPts val="1400"/>
              <a:buFont typeface="Arial"/>
              <a:buNone/>
              <a:defRPr b="0" cap="none" sz="13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36" name="Google Shape;8;n"/>
          <p:cNvSpPr txBox="1"/>
          <p:nvPr>
            <p:ph type="sldNum" idx="12"/>
          </p:nvPr>
        </p:nvSpPr>
        <p:spPr>
          <a:xfrm>
            <a:off x="3849688" y="9429750"/>
            <a:ext cx="2946400" cy="495300"/>
          </a:xfrm>
          <a:prstGeom prst="rect"/>
          <a:noFill/>
          <a:ln>
            <a:noFill/>
          </a:ln>
        </p:spPr>
        <p:txBody>
          <a:bodyPr anchor="b" anchorCtr="0" bIns="47775" lIns="95550" rIns="95550" spcFirstLastPara="1" tIns="47775" wrap="square">
            <a:noAutofit/>
          </a:bodyPr>
          <a:p>
            <a:pPr algn="r" indent="0" lvl="0" marL="0" marR="0" rtl="0">
              <a:lnSpc>
                <a:spcPct val="100000"/>
              </a:lnSpc>
              <a:spcBef>
                <a:spcPts val="0"/>
              </a:spcBef>
              <a:spcAft>
                <a:spcPts val="0"/>
              </a:spcAft>
              <a:buClr>
                <a:srgbClr val="000000"/>
              </a:buClr>
              <a:buSzPts val="1300"/>
              <a:buFont typeface="Arial"/>
              <a:buNone/>
            </a:pPr>
            <a:fld id="{00000000-1234-1234-1234-123412341234}" type="slidenum">
              <a:rPr b="0" cap="none" sz="1300" i="0" lang="en-US" strike="noStrike" u="none">
                <a:solidFill>
                  <a:schemeClr val="dk1"/>
                </a:solidFill>
                <a:latin typeface="Calibri"/>
                <a:ea typeface="Calibri"/>
                <a:cs typeface="Calibri"/>
                <a:sym typeface="Calibri"/>
              </a:rPr>
              <a:t>‹#›</a:t>
            </a:fld>
            <a:endParaRPr b="0" cap="none" sz="1300" i="0" strike="noStrike" u="non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 name="Shape 105"/>
        <p:cNvGrpSpPr/>
        <p:nvPr/>
      </p:nvGrpSpPr>
      <p:grpSpPr>
        <a:xfrm>
          <a:off x="0" y="0"/>
          <a:ext cx="0" cy="0"/>
          <a:chOff x="0" y="0"/>
          <a:chExt cx="0" cy="0"/>
        </a:xfrm>
      </p:grpSpPr>
      <p:sp>
        <p:nvSpPr>
          <p:cNvPr id="1048591" name="Google Shape;106;p1: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592" name="Google Shape;107;p1: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 name="Shape 112"/>
        <p:cNvGrpSpPr/>
        <p:nvPr/>
      </p:nvGrpSpPr>
      <p:grpSpPr>
        <a:xfrm>
          <a:off x="0" y="0"/>
          <a:ext cx="0" cy="0"/>
          <a:chOff x="0" y="0"/>
          <a:chExt cx="0" cy="0"/>
        </a:xfrm>
      </p:grpSpPr>
      <p:sp>
        <p:nvSpPr>
          <p:cNvPr id="1048599" name="Google Shape;113;p2: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00" name="Google Shape;114;p2: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122"/>
        <p:cNvGrpSpPr/>
        <p:nvPr/>
      </p:nvGrpSpPr>
      <p:grpSpPr>
        <a:xfrm>
          <a:off x="0" y="0"/>
          <a:ext cx="0" cy="0"/>
          <a:chOff x="0" y="0"/>
          <a:chExt cx="0" cy="0"/>
        </a:xfrm>
      </p:grpSpPr>
      <p:sp>
        <p:nvSpPr>
          <p:cNvPr id="1048610" name="Google Shape;123;p3: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11" name="Google Shape;124;p3: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130"/>
        <p:cNvGrpSpPr/>
        <p:nvPr/>
      </p:nvGrpSpPr>
      <p:grpSpPr>
        <a:xfrm>
          <a:off x="0" y="0"/>
          <a:ext cx="0" cy="0"/>
          <a:chOff x="0" y="0"/>
          <a:chExt cx="0" cy="0"/>
        </a:xfrm>
      </p:grpSpPr>
      <p:sp>
        <p:nvSpPr>
          <p:cNvPr id="1048616" name="Google Shape;131;p4: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17" name="Google Shape;132;p4: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 name="Shape 139"/>
        <p:cNvGrpSpPr/>
        <p:nvPr/>
      </p:nvGrpSpPr>
      <p:grpSpPr>
        <a:xfrm>
          <a:off x="0" y="0"/>
          <a:ext cx="0" cy="0"/>
          <a:chOff x="0" y="0"/>
          <a:chExt cx="0" cy="0"/>
        </a:xfrm>
      </p:grpSpPr>
      <p:sp>
        <p:nvSpPr>
          <p:cNvPr id="1048622" name="Google Shape;140;p5: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23" name="Google Shape;141;p5: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 name="Shape 147"/>
        <p:cNvGrpSpPr/>
        <p:nvPr/>
      </p:nvGrpSpPr>
      <p:grpSpPr>
        <a:xfrm>
          <a:off x="0" y="0"/>
          <a:ext cx="0" cy="0"/>
          <a:chOff x="0" y="0"/>
          <a:chExt cx="0" cy="0"/>
        </a:xfrm>
      </p:grpSpPr>
      <p:sp>
        <p:nvSpPr>
          <p:cNvPr id="1048628" name="Google Shape;148;p6: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29" name="Google Shape;149;p6: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 name="Shape 155"/>
        <p:cNvGrpSpPr/>
        <p:nvPr/>
      </p:nvGrpSpPr>
      <p:grpSpPr>
        <a:xfrm>
          <a:off x="0" y="0"/>
          <a:ext cx="0" cy="0"/>
          <a:chOff x="0" y="0"/>
          <a:chExt cx="0" cy="0"/>
        </a:xfrm>
      </p:grpSpPr>
      <p:sp>
        <p:nvSpPr>
          <p:cNvPr id="1048634" name="Google Shape;156;p7: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35" name="Google Shape;157;p7: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163"/>
        <p:cNvGrpSpPr/>
        <p:nvPr/>
      </p:nvGrpSpPr>
      <p:grpSpPr>
        <a:xfrm>
          <a:off x="0" y="0"/>
          <a:ext cx="0" cy="0"/>
          <a:chOff x="0" y="0"/>
          <a:chExt cx="0" cy="0"/>
        </a:xfrm>
      </p:grpSpPr>
      <p:sp>
        <p:nvSpPr>
          <p:cNvPr id="1048640" name="Google Shape;164;p8: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41" name="Google Shape;165;p8: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171"/>
        <p:cNvGrpSpPr/>
        <p:nvPr/>
      </p:nvGrpSpPr>
      <p:grpSpPr>
        <a:xfrm>
          <a:off x="0" y="0"/>
          <a:ext cx="0" cy="0"/>
          <a:chOff x="0" y="0"/>
          <a:chExt cx="0" cy="0"/>
        </a:xfrm>
      </p:grpSpPr>
      <p:sp>
        <p:nvSpPr>
          <p:cNvPr id="1048646" name="Google Shape;172;p9: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47" name="Google Shape;173;p9: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 name="Shape 179"/>
        <p:cNvGrpSpPr/>
        <p:nvPr/>
      </p:nvGrpSpPr>
      <p:grpSpPr>
        <a:xfrm>
          <a:off x="0" y="0"/>
          <a:ext cx="0" cy="0"/>
          <a:chOff x="0" y="0"/>
          <a:chExt cx="0" cy="0"/>
        </a:xfrm>
      </p:grpSpPr>
      <p:sp>
        <p:nvSpPr>
          <p:cNvPr id="1048652" name="Google Shape;180;p10: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53" name="Google Shape;181;p10: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87"/>
        <p:cNvGrpSpPr/>
        <p:nvPr/>
      </p:nvGrpSpPr>
      <p:grpSpPr>
        <a:xfrm>
          <a:off x="0" y="0"/>
          <a:ext cx="0" cy="0"/>
          <a:chOff x="0" y="0"/>
          <a:chExt cx="0" cy="0"/>
        </a:xfrm>
      </p:grpSpPr>
      <p:sp>
        <p:nvSpPr>
          <p:cNvPr id="1048658" name="Google Shape;188;p11: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59" name="Google Shape;189;p11: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196"/>
        <p:cNvGrpSpPr/>
        <p:nvPr/>
      </p:nvGrpSpPr>
      <p:grpSpPr>
        <a:xfrm>
          <a:off x="0" y="0"/>
          <a:ext cx="0" cy="0"/>
          <a:chOff x="0" y="0"/>
          <a:chExt cx="0" cy="0"/>
        </a:xfrm>
      </p:grpSpPr>
      <p:sp>
        <p:nvSpPr>
          <p:cNvPr id="1048664" name="Google Shape;197;p12: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65" name="Google Shape;198;p12: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204"/>
        <p:cNvGrpSpPr/>
        <p:nvPr/>
      </p:nvGrpSpPr>
      <p:grpSpPr>
        <a:xfrm>
          <a:off x="0" y="0"/>
          <a:ext cx="0" cy="0"/>
          <a:chOff x="0" y="0"/>
          <a:chExt cx="0" cy="0"/>
        </a:xfrm>
      </p:grpSpPr>
      <p:sp>
        <p:nvSpPr>
          <p:cNvPr id="1048675" name="Google Shape;205;p13:notes"/>
          <p:cNvSpPr txBox="1"/>
          <p:nvPr>
            <p:ph type="body" idx="1"/>
          </p:nvPr>
        </p:nvSpPr>
        <p:spPr>
          <a:xfrm>
            <a:off x="679450" y="4714875"/>
            <a:ext cx="5438775" cy="4465638"/>
          </a:xfrm>
          <a:prstGeom prst="rect"/>
          <a:noFill/>
          <a:ln>
            <a:noFill/>
          </a:ln>
        </p:spPr>
        <p:txBody>
          <a:bodyPr anchor="t" anchorCtr="0" bIns="47775" lIns="95550" rIns="95550" spcFirstLastPara="1" tIns="47775" wrap="square">
            <a:noAutofit/>
          </a:bodyPr>
          <a:p>
            <a:pPr algn="l" indent="0" lvl="0" marL="0" rtl="0">
              <a:lnSpc>
                <a:spcPct val="100000"/>
              </a:lnSpc>
              <a:spcBef>
                <a:spcPts val="360"/>
              </a:spcBef>
              <a:spcAft>
                <a:spcPts val="0"/>
              </a:spcAft>
              <a:buSzPts val="1400"/>
              <a:buNone/>
            </a:pPr>
            <a:r>
              <a:t/>
            </a:r>
          </a:p>
        </p:txBody>
      </p:sp>
      <p:sp>
        <p:nvSpPr>
          <p:cNvPr id="1048676" name="Google Shape;206;p13:notes"/>
          <p:cNvSpPr/>
          <p:nvPr>
            <p:ph type="sldImg" idx="2"/>
          </p:nvPr>
        </p:nvSpPr>
        <p:spPr>
          <a:xfrm>
            <a:off x="92075" y="746125"/>
            <a:ext cx="6613525" cy="3721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24" name="Shape 18"/>
        <p:cNvGrpSpPr/>
        <p:nvPr/>
      </p:nvGrpSpPr>
      <p:grpSpPr>
        <a:xfrm>
          <a:off x="0" y="0"/>
          <a:ext cx="0" cy="0"/>
          <a:chOff x="0" y="0"/>
          <a:chExt cx="0" cy="0"/>
        </a:xfrm>
      </p:grpSpPr>
      <p:sp>
        <p:nvSpPr>
          <p:cNvPr id="1048582" name="Google Shape;19;p2"/>
          <p:cNvSpPr txBox="1"/>
          <p:nvPr>
            <p:ph type="title"/>
          </p:nvPr>
        </p:nvSpPr>
        <p:spPr>
          <a:xfrm>
            <a:off x="457200" y="171450"/>
            <a:ext cx="8229600" cy="685800"/>
          </a:xfrm>
          <a:prstGeom prst="rect"/>
          <a:noFill/>
          <a:ln>
            <a:noFill/>
          </a:ln>
        </p:spPr>
        <p:txBody>
          <a:bodyPr anchor="b" anchorCtr="0" bIns="45700" lIns="91425" rIns="91425" spcFirstLastPara="1" tIns="45700" wrap="square">
            <a:normAutofit/>
          </a:bodyPr>
          <a:lstStyle>
            <a:lvl1pPr algn="l" lvl="0">
              <a:lnSpc>
                <a:spcPct val="100000"/>
              </a:lnSpc>
              <a:spcBef>
                <a:spcPts val="0"/>
              </a:spcBef>
              <a:spcAft>
                <a:spcPts val="0"/>
              </a:spcAft>
              <a:buClr>
                <a:schemeClr val="dk2"/>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3" name="Google Shape;20;p2"/>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4" name="Google Shape;21;p2"/>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5" name="Google Shape;22;p2"/>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
        <p:nvSpPr>
          <p:cNvPr id="1048586" name="Google Shape;23;p2"/>
          <p:cNvSpPr txBox="1"/>
          <p:nvPr>
            <p:ph type="body" idx="1"/>
          </p:nvPr>
        </p:nvSpPr>
        <p:spPr>
          <a:xfrm>
            <a:off x="457200" y="914400"/>
            <a:ext cx="4041648" cy="370332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587" name="Google Shape;24;p2"/>
          <p:cNvSpPr txBox="1"/>
          <p:nvPr>
            <p:ph type="body" idx="2"/>
          </p:nvPr>
        </p:nvSpPr>
        <p:spPr>
          <a:xfrm>
            <a:off x="4632198" y="912114"/>
            <a:ext cx="4041648" cy="370332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34" name="Shape 25"/>
        <p:cNvGrpSpPr/>
        <p:nvPr/>
      </p:nvGrpSpPr>
      <p:grpSpPr>
        <a:xfrm>
          <a:off x="0" y="0"/>
          <a:ext cx="0" cy="0"/>
          <a:chOff x="0" y="0"/>
          <a:chExt cx="0" cy="0"/>
        </a:xfrm>
      </p:grpSpPr>
      <p:sp>
        <p:nvSpPr>
          <p:cNvPr id="1048601" name="Google Shape;26;p3"/>
          <p:cNvSpPr txBox="1"/>
          <p:nvPr>
            <p:ph type="title"/>
          </p:nvPr>
        </p:nvSpPr>
        <p:spPr>
          <a:xfrm>
            <a:off x="457200" y="114300"/>
            <a:ext cx="8229600" cy="742950"/>
          </a:xfrm>
          <a:prstGeom prst="rect"/>
          <a:noFill/>
          <a:ln>
            <a:noFill/>
          </a:ln>
        </p:spPr>
        <p:txBody>
          <a:bodyPr anchor="b" anchorCtr="0" bIns="45700" lIns="91425" rIns="91425" spcFirstLastPara="1" tIns="45700" wrap="square">
            <a:normAutofit/>
          </a:bodyPr>
          <a:lstStyle>
            <a:lvl1pPr algn="l" lvl="0">
              <a:lnSpc>
                <a:spcPct val="100000"/>
              </a:lnSpc>
              <a:spcBef>
                <a:spcPts val="0"/>
              </a:spcBef>
              <a:spcAft>
                <a:spcPts val="0"/>
              </a:spcAft>
              <a:buClr>
                <a:schemeClr val="dk2"/>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2" name="Google Shape;27;p3"/>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3" name="Google Shape;28;p3"/>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4" name="Google Shape;29;p3"/>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
        <p:nvSpPr>
          <p:cNvPr id="1048605" name="Google Shape;30;p3"/>
          <p:cNvSpPr txBox="1"/>
          <p:nvPr>
            <p:ph type="body" idx="1"/>
          </p:nvPr>
        </p:nvSpPr>
        <p:spPr>
          <a:xfrm>
            <a:off x="457200" y="914400"/>
            <a:ext cx="8229600" cy="370332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65" name="Shape 31"/>
        <p:cNvGrpSpPr/>
        <p:nvPr/>
      </p:nvGrpSpPr>
      <p:grpSpPr>
        <a:xfrm>
          <a:off x="0" y="0"/>
          <a:ext cx="0" cy="0"/>
          <a:chOff x="0" y="0"/>
          <a:chExt cx="0" cy="0"/>
        </a:xfrm>
      </p:grpSpPr>
      <p:sp>
        <p:nvSpPr>
          <p:cNvPr id="1048666" name="Google Shape;32;p4"/>
          <p:cNvSpPr txBox="1"/>
          <p:nvPr>
            <p:ph type="title"/>
          </p:nvPr>
        </p:nvSpPr>
        <p:spPr>
          <a:xfrm>
            <a:off x="457200" y="171450"/>
            <a:ext cx="8229600" cy="685800"/>
          </a:xfrm>
          <a:prstGeom prst="rect"/>
          <a:noFill/>
          <a:ln>
            <a:noFill/>
          </a:ln>
        </p:spPr>
        <p:txBody>
          <a:bodyPr anchor="b" anchorCtr="0" bIns="45700" lIns="91425" rIns="91425" spcFirstLastPara="1" tIns="45700" wrap="square">
            <a:normAutofit/>
          </a:bodyPr>
          <a:lstStyle>
            <a:lvl1pPr algn="l" lvl="0">
              <a:lnSpc>
                <a:spcPct val="100000"/>
              </a:lnSpc>
              <a:spcBef>
                <a:spcPts val="0"/>
              </a:spcBef>
              <a:spcAft>
                <a:spcPts val="0"/>
              </a:spcAft>
              <a:buClr>
                <a:schemeClr val="dk2"/>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67" name="Google Shape;33;p4"/>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68" name="Google Shape;34;p4"/>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69" name="Google Shape;35;p4"/>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
        <p:nvSpPr>
          <p:cNvPr id="1048670" name="Google Shape;36;p4"/>
          <p:cNvSpPr/>
          <p:nvPr/>
        </p:nvSpPr>
        <p:spPr>
          <a:xfrm rot="5400000">
            <a:off x="442957" y="4835567"/>
            <a:ext cx="143137" cy="120314"/>
          </a:xfrm>
          <a:prstGeom prst="triangle">
            <a:avLst>
              <a:gd name="adj" fmla="val 50000"/>
            </a:avLst>
          </a:prstGeom>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73" name="Shape 37"/>
        <p:cNvGrpSpPr/>
        <p:nvPr/>
      </p:nvGrpSpPr>
      <p:grpSpPr>
        <a:xfrm>
          <a:off x="0" y="0"/>
          <a:ext cx="0" cy="0"/>
          <a:chOff x="0" y="0"/>
          <a:chExt cx="0" cy="0"/>
        </a:xfrm>
      </p:grpSpPr>
      <p:sp>
        <p:nvSpPr>
          <p:cNvPr id="1048704" name="Google Shape;38;p5"/>
          <p:cNvSpPr txBox="1"/>
          <p:nvPr>
            <p:ph type="ctrTitle"/>
          </p:nvPr>
        </p:nvSpPr>
        <p:spPr>
          <a:xfrm>
            <a:off x="1219200" y="2914650"/>
            <a:ext cx="6858000" cy="742950"/>
          </a:xfrm>
          <a:prstGeom prst="rect"/>
          <a:noFill/>
          <a:ln>
            <a:noFill/>
          </a:ln>
        </p:spPr>
        <p:txBody>
          <a:bodyPr anchor="t" anchorCtr="0" bIns="45700" lIns="91425" rIns="91425" spcFirstLastPara="1" tIns="45700" wrap="square">
            <a:normAutofit/>
          </a:bodyPr>
          <a:lstStyle>
            <a:lvl1pPr algn="r" lvl="0">
              <a:lnSpc>
                <a:spcPct val="100000"/>
              </a:lnSpc>
              <a:spcBef>
                <a:spcPts val="0"/>
              </a:spcBef>
              <a:spcAft>
                <a:spcPts val="0"/>
              </a:spcAft>
              <a:buClr>
                <a:schemeClr val="dk1"/>
              </a:buClr>
              <a:buSzPts val="3200"/>
              <a:buFont typeface="Bookman Old Style"/>
              <a:buNone/>
              <a:defRPr sz="3200">
                <a:solidFill>
                  <a:schemeClr val="dk1"/>
                </a:solidFill>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05" name="Google Shape;39;p5"/>
          <p:cNvSpPr txBox="1"/>
          <p:nvPr>
            <p:ph type="subTitle" idx="1"/>
          </p:nvPr>
        </p:nvSpPr>
        <p:spPr>
          <a:xfrm>
            <a:off x="1219200" y="3843338"/>
            <a:ext cx="6858000" cy="400050"/>
          </a:xfrm>
          <a:prstGeom prst="rect"/>
          <a:noFill/>
          <a:ln>
            <a:noFill/>
          </a:ln>
        </p:spPr>
        <p:txBody>
          <a:bodyPr anchor="t" anchorCtr="0" bIns="45700" lIns="91425" rIns="91425" spcFirstLastPara="1" tIns="45700" wrap="square">
            <a:normAutofit/>
          </a:bodyPr>
          <a:lstStyle>
            <a:lvl1pPr algn="r" lvl="0">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algn="ctr" lvl="1">
              <a:lnSpc>
                <a:spcPct val="100000"/>
              </a:lnSpc>
              <a:spcBef>
                <a:spcPts val="500"/>
              </a:spcBef>
              <a:spcAft>
                <a:spcPts val="0"/>
              </a:spcAft>
              <a:buSzPts val="1368"/>
              <a:buNone/>
            </a:lvl2pPr>
            <a:lvl3pPr algn="ctr" lvl="2">
              <a:lnSpc>
                <a:spcPct val="100000"/>
              </a:lnSpc>
              <a:spcBef>
                <a:spcPts val="500"/>
              </a:spcBef>
              <a:spcAft>
                <a:spcPts val="0"/>
              </a:spcAft>
              <a:buSzPts val="1368"/>
              <a:buNone/>
            </a:lvl3pPr>
            <a:lvl4pPr algn="ctr" lvl="3">
              <a:lnSpc>
                <a:spcPct val="100000"/>
              </a:lnSpc>
              <a:spcBef>
                <a:spcPts val="400"/>
              </a:spcBef>
              <a:spcAft>
                <a:spcPts val="0"/>
              </a:spcAft>
              <a:buSzPts val="1260"/>
              <a:buNone/>
            </a:lvl4pPr>
            <a:lvl5pPr algn="ctr" lvl="4">
              <a:lnSpc>
                <a:spcPct val="100000"/>
              </a:lnSpc>
              <a:spcBef>
                <a:spcPts val="300"/>
              </a:spcBef>
              <a:spcAft>
                <a:spcPts val="0"/>
              </a:spcAft>
              <a:buSzPts val="1260"/>
              <a:buNone/>
            </a:lvl5pPr>
            <a:lvl6pPr algn="ctr" lvl="5">
              <a:lnSpc>
                <a:spcPct val="100000"/>
              </a:lnSpc>
              <a:spcBef>
                <a:spcPts val="300"/>
              </a:spcBef>
              <a:spcAft>
                <a:spcPts val="0"/>
              </a:spcAft>
              <a:buSzPts val="1350"/>
              <a:buNone/>
            </a:lvl6pPr>
            <a:lvl7pPr algn="ctr" lvl="6">
              <a:lnSpc>
                <a:spcPct val="100000"/>
              </a:lnSpc>
              <a:spcBef>
                <a:spcPts val="300"/>
              </a:spcBef>
              <a:spcAft>
                <a:spcPts val="0"/>
              </a:spcAft>
              <a:buSzPts val="1350"/>
              <a:buNone/>
            </a:lvl7pPr>
            <a:lvl8pPr algn="ctr" lvl="7">
              <a:lnSpc>
                <a:spcPct val="100000"/>
              </a:lnSpc>
              <a:spcBef>
                <a:spcPts val="300"/>
              </a:spcBef>
              <a:spcAft>
                <a:spcPts val="0"/>
              </a:spcAft>
              <a:buSzPts val="1350"/>
              <a:buNone/>
            </a:lvl8pPr>
            <a:lvl9pPr algn="ctr" lvl="8">
              <a:lnSpc>
                <a:spcPct val="100000"/>
              </a:lnSpc>
              <a:spcBef>
                <a:spcPts val="300"/>
              </a:spcBef>
              <a:spcAft>
                <a:spcPts val="0"/>
              </a:spcAft>
              <a:buSzPts val="1350"/>
              <a:buNone/>
            </a:lvl9pPr>
          </a:lstStyle>
          <a:p/>
        </p:txBody>
      </p:sp>
      <p:sp>
        <p:nvSpPr>
          <p:cNvPr id="1048706" name="Google Shape;40;p5"/>
          <p:cNvSpPr txBox="1"/>
          <p:nvPr>
            <p:ph type="dt" idx="10"/>
          </p:nvPr>
        </p:nvSpPr>
        <p:spPr>
          <a:xfrm>
            <a:off x="6400800" y="4766310"/>
            <a:ext cx="2286000"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defRPr sz="14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07" name="Google Shape;41;p5"/>
          <p:cNvSpPr txBox="1"/>
          <p:nvPr>
            <p:ph type="ftr" idx="11"/>
          </p:nvPr>
        </p:nvSpPr>
        <p:spPr>
          <a:xfrm>
            <a:off x="2898648" y="4766310"/>
            <a:ext cx="347472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08" name="Google Shape;42;p5"/>
          <p:cNvSpPr txBox="1"/>
          <p:nvPr>
            <p:ph type="sldNum" idx="12"/>
          </p:nvPr>
        </p:nvSpPr>
        <p:spPr>
          <a:xfrm>
            <a:off x="1216152" y="4766310"/>
            <a:ext cx="1219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
        <p:nvSpPr>
          <p:cNvPr id="1048709" name="Google Shape;43;p5"/>
          <p:cNvSpPr/>
          <p:nvPr/>
        </p:nvSpPr>
        <p:spPr>
          <a:xfrm>
            <a:off x="904875" y="2736056"/>
            <a:ext cx="7315200" cy="960120"/>
          </a:xfrm>
          <a:prstGeom prst="rect"/>
          <a:noFill/>
          <a:ln w="9525" cap="rnd" cmpd="sng">
            <a:solidFill>
              <a:schemeClr val="accent1"/>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
        <p:nvSpPr>
          <p:cNvPr id="1048710" name="Google Shape;44;p5"/>
          <p:cNvSpPr/>
          <p:nvPr/>
        </p:nvSpPr>
        <p:spPr>
          <a:xfrm>
            <a:off x="914400" y="3786188"/>
            <a:ext cx="7315200" cy="514350"/>
          </a:xfrm>
          <a:prstGeom prst="rect"/>
          <a:noFill/>
          <a:ln w="9525" cap="rnd" cmpd="sng">
            <a:solidFill>
              <a:schemeClr val="accent2"/>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
        <p:nvSpPr>
          <p:cNvPr id="1048711" name="Google Shape;45;p5"/>
          <p:cNvSpPr/>
          <p:nvPr/>
        </p:nvSpPr>
        <p:spPr>
          <a:xfrm>
            <a:off x="904875" y="2736056"/>
            <a:ext cx="228600" cy="960120"/>
          </a:xfrm>
          <a:prstGeom prst="rect"/>
          <a:solidFill>
            <a:schemeClr val="accent1"/>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
        <p:nvSpPr>
          <p:cNvPr id="1048712" name="Google Shape;46;p5"/>
          <p:cNvSpPr/>
          <p:nvPr/>
        </p:nvSpPr>
        <p:spPr>
          <a:xfrm>
            <a:off x="914400" y="3786188"/>
            <a:ext cx="228600" cy="514350"/>
          </a:xfrm>
          <a:prstGeom prst="rect"/>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74" name="Shape 47"/>
        <p:cNvGrpSpPr/>
        <p:nvPr/>
      </p:nvGrpSpPr>
      <p:grpSpPr>
        <a:xfrm>
          <a:off x="0" y="0"/>
          <a:ext cx="0" cy="0"/>
          <a:chOff x="0" y="0"/>
          <a:chExt cx="0" cy="0"/>
        </a:xfrm>
      </p:grpSpPr>
      <p:sp>
        <p:nvSpPr>
          <p:cNvPr id="1048713" name="Google Shape;48;p6"/>
          <p:cNvSpPr txBox="1"/>
          <p:nvPr>
            <p:ph type="title"/>
          </p:nvPr>
        </p:nvSpPr>
        <p:spPr>
          <a:xfrm>
            <a:off x="1219200" y="2228850"/>
            <a:ext cx="6858000" cy="800100"/>
          </a:xfrm>
          <a:prstGeom prst="rect"/>
          <a:noFill/>
          <a:ln>
            <a:noFill/>
          </a:ln>
        </p:spPr>
        <p:txBody>
          <a:bodyPr anchor="t" anchorCtr="0" bIns="45700" lIns="91425" rIns="91425" spcFirstLastPara="1" tIns="45700" wrap="square">
            <a:normAutofit/>
          </a:bodyPr>
          <a:lstStyle>
            <a:lvl1pPr algn="r" lvl="0">
              <a:lnSpc>
                <a:spcPct val="100000"/>
              </a:lnSpc>
              <a:spcBef>
                <a:spcPts val="0"/>
              </a:spcBef>
              <a:spcAft>
                <a:spcPts val="0"/>
              </a:spcAft>
              <a:buClr>
                <a:schemeClr val="lt2"/>
              </a:buClr>
              <a:buSzPts val="3200"/>
              <a:buFont typeface="Bookman Old Style"/>
              <a:buNone/>
              <a:defRPr b="0" cap="none" sz="32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14" name="Google Shape;49;p6"/>
          <p:cNvSpPr txBox="1"/>
          <p:nvPr>
            <p:ph type="body" idx="1"/>
          </p:nvPr>
        </p:nvSpPr>
        <p:spPr>
          <a:xfrm>
            <a:off x="1295400" y="3200400"/>
            <a:ext cx="6781800" cy="857250"/>
          </a:xfrm>
          <a:prstGeom prst="rect"/>
          <a:noFill/>
          <a:ln>
            <a:noFill/>
          </a:ln>
        </p:spPr>
        <p:txBody>
          <a:bodyPr anchor="t" anchorCtr="0" bIns="45700" lIns="91425" rIns="91425" spcFirstLastPara="1" tIns="45700" wrap="square">
            <a:normAutofit/>
          </a:bodyPr>
          <a:lstStyle>
            <a:lvl1pPr algn="r" indent="-228600" lvl="0" marL="457200">
              <a:lnSpc>
                <a:spcPct val="100000"/>
              </a:lnSpc>
              <a:spcBef>
                <a:spcPts val="600"/>
              </a:spcBef>
              <a:spcAft>
                <a:spcPts val="0"/>
              </a:spcAft>
              <a:buSzPts val="1520"/>
              <a:buNone/>
              <a:defRPr sz="2000">
                <a:solidFill>
                  <a:schemeClr val="lt1"/>
                </a:solidFill>
              </a:defRPr>
            </a:lvl1pPr>
            <a:lvl2pPr algn="l" indent="-228600" lvl="1" marL="914400">
              <a:lnSpc>
                <a:spcPct val="100000"/>
              </a:lnSpc>
              <a:spcBef>
                <a:spcPts val="500"/>
              </a:spcBef>
              <a:spcAft>
                <a:spcPts val="0"/>
              </a:spcAft>
              <a:buSzPts val="1368"/>
              <a:buNone/>
              <a:defRPr sz="1800">
                <a:solidFill>
                  <a:schemeClr val="lt1"/>
                </a:solidFill>
              </a:defRPr>
            </a:lvl2pPr>
            <a:lvl3pPr algn="l" indent="-228600" lvl="2" marL="1371600">
              <a:lnSpc>
                <a:spcPct val="100000"/>
              </a:lnSpc>
              <a:spcBef>
                <a:spcPts val="500"/>
              </a:spcBef>
              <a:spcAft>
                <a:spcPts val="0"/>
              </a:spcAft>
              <a:buSzPts val="1216"/>
              <a:buNone/>
              <a:defRPr sz="1600">
                <a:solidFill>
                  <a:schemeClr val="lt1"/>
                </a:solidFill>
              </a:defRPr>
            </a:lvl3pPr>
            <a:lvl4pPr algn="l" indent="-228600" lvl="3" marL="1828800">
              <a:lnSpc>
                <a:spcPct val="100000"/>
              </a:lnSpc>
              <a:spcBef>
                <a:spcPts val="400"/>
              </a:spcBef>
              <a:spcAft>
                <a:spcPts val="0"/>
              </a:spcAft>
              <a:buSzPts val="980"/>
              <a:buNone/>
              <a:defRPr sz="1400">
                <a:solidFill>
                  <a:schemeClr val="lt1"/>
                </a:solidFill>
              </a:defRPr>
            </a:lvl4pPr>
            <a:lvl5pPr algn="l" indent="-228600" lvl="4" marL="2286000">
              <a:lnSpc>
                <a:spcPct val="100000"/>
              </a:lnSpc>
              <a:spcBef>
                <a:spcPts val="300"/>
              </a:spcBef>
              <a:spcAft>
                <a:spcPts val="0"/>
              </a:spcAft>
              <a:buSzPts val="980"/>
              <a:buNone/>
              <a:defRPr sz="1400">
                <a:solidFill>
                  <a:schemeClr val="lt1"/>
                </a:solidFill>
              </a:defRP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715" name="Google Shape;50;p6"/>
          <p:cNvSpPr txBox="1"/>
          <p:nvPr>
            <p:ph type="dt" idx="10"/>
          </p:nvPr>
        </p:nvSpPr>
        <p:spPr>
          <a:xfrm>
            <a:off x="6400800" y="4766310"/>
            <a:ext cx="2286000"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16" name="Google Shape;51;p6"/>
          <p:cNvSpPr txBox="1"/>
          <p:nvPr>
            <p:ph type="ftr" idx="11"/>
          </p:nvPr>
        </p:nvSpPr>
        <p:spPr>
          <a:xfrm>
            <a:off x="2898648" y="4766310"/>
            <a:ext cx="347472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17" name="Google Shape;52;p6"/>
          <p:cNvSpPr txBox="1"/>
          <p:nvPr>
            <p:ph type="sldNum" idx="12"/>
          </p:nvPr>
        </p:nvSpPr>
        <p:spPr>
          <a:xfrm>
            <a:off x="1069848" y="4766310"/>
            <a:ext cx="1520952"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
        <p:nvSpPr>
          <p:cNvPr id="1048718" name="Google Shape;53;p6"/>
          <p:cNvSpPr/>
          <p:nvPr/>
        </p:nvSpPr>
        <p:spPr>
          <a:xfrm>
            <a:off x="914400" y="2114550"/>
            <a:ext cx="7315200" cy="960120"/>
          </a:xfrm>
          <a:prstGeom prst="rect"/>
          <a:noFill/>
          <a:ln w="9525" cap="rnd" cmpd="sng">
            <a:solidFill>
              <a:schemeClr val="accent1"/>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
        <p:nvSpPr>
          <p:cNvPr id="1048719" name="Google Shape;54;p6"/>
          <p:cNvSpPr/>
          <p:nvPr/>
        </p:nvSpPr>
        <p:spPr>
          <a:xfrm>
            <a:off x="914400" y="2114550"/>
            <a:ext cx="228600" cy="960120"/>
          </a:xfrm>
          <a:prstGeom prst="rect"/>
          <a:solidFill>
            <a:schemeClr val="accent1"/>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69" name="Shape 55"/>
        <p:cNvGrpSpPr/>
        <p:nvPr/>
      </p:nvGrpSpPr>
      <p:grpSpPr>
        <a:xfrm>
          <a:off x="0" y="0"/>
          <a:ext cx="0" cy="0"/>
          <a:chOff x="0" y="0"/>
          <a:chExt cx="0" cy="0"/>
        </a:xfrm>
      </p:grpSpPr>
      <p:sp>
        <p:nvSpPr>
          <p:cNvPr id="1048677" name="Google Shape;56;p7"/>
          <p:cNvSpPr txBox="1"/>
          <p:nvPr>
            <p:ph type="title"/>
          </p:nvPr>
        </p:nvSpPr>
        <p:spPr>
          <a:xfrm>
            <a:off x="457200" y="171450"/>
            <a:ext cx="8229600" cy="685800"/>
          </a:xfrm>
          <a:prstGeom prst="rect"/>
          <a:noFill/>
          <a:ln>
            <a:noFill/>
          </a:ln>
        </p:spPr>
        <p:txBody>
          <a:bodyPr anchor="ctr" anchorCtr="0" bIns="45700" lIns="91425" rIns="91425" spcFirstLastPara="1" tIns="45700" wrap="square">
            <a:normAutofit/>
          </a:bodyPr>
          <a:lstStyle>
            <a:lvl1pPr algn="l" lvl="0">
              <a:lnSpc>
                <a:spcPct val="100000"/>
              </a:lnSpc>
              <a:spcBef>
                <a:spcPts val="0"/>
              </a:spcBef>
              <a:spcAft>
                <a:spcPts val="0"/>
              </a:spcAft>
              <a:buClr>
                <a:schemeClr val="dk2"/>
              </a:buClr>
              <a:buSzPts val="3200"/>
              <a:buFont typeface="Bookman Old Style"/>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78" name="Google Shape;57;p7"/>
          <p:cNvSpPr txBox="1"/>
          <p:nvPr>
            <p:ph type="body" idx="1"/>
          </p:nvPr>
        </p:nvSpPr>
        <p:spPr>
          <a:xfrm>
            <a:off x="457200" y="964406"/>
            <a:ext cx="4040188" cy="514350"/>
          </a:xfrm>
          <a:prstGeom prst="rect"/>
          <a:noFill/>
          <a:ln>
            <a:noFill/>
          </a:ln>
        </p:spPr>
        <p:txBody>
          <a:bodyPr anchor="b" anchorCtr="0" bIns="45700" lIns="91425" rIns="91425" spcFirstLastPara="1" tIns="45700" wrap="square">
            <a:noAutofit/>
          </a:bodyPr>
          <a:lstStyle>
            <a:lvl1pPr algn="l" indent="-228600" lvl="0" marL="457200">
              <a:lnSpc>
                <a:spcPct val="100000"/>
              </a:lnSpc>
              <a:spcBef>
                <a:spcPts val="600"/>
              </a:spcBef>
              <a:spcAft>
                <a:spcPts val="0"/>
              </a:spcAft>
              <a:buSzPts val="1824"/>
              <a:buNone/>
              <a:defRPr b="1" sz="2400">
                <a:solidFill>
                  <a:schemeClr val="accent2"/>
                </a:solidFill>
              </a:defRPr>
            </a:lvl1pPr>
            <a:lvl2pPr algn="l" indent="-228600" lvl="1" marL="914400">
              <a:lnSpc>
                <a:spcPct val="100000"/>
              </a:lnSpc>
              <a:spcBef>
                <a:spcPts val="500"/>
              </a:spcBef>
              <a:spcAft>
                <a:spcPts val="0"/>
              </a:spcAft>
              <a:buSzPts val="1520"/>
              <a:buNone/>
              <a:defRPr b="1" sz="2000"/>
            </a:lvl2pPr>
            <a:lvl3pPr algn="l" indent="-228600" lvl="2" marL="1371600">
              <a:lnSpc>
                <a:spcPct val="100000"/>
              </a:lnSpc>
              <a:spcBef>
                <a:spcPts val="500"/>
              </a:spcBef>
              <a:spcAft>
                <a:spcPts val="0"/>
              </a:spcAft>
              <a:buSzPts val="1368"/>
              <a:buNone/>
              <a:defRPr b="1" sz="1800"/>
            </a:lvl3pPr>
            <a:lvl4pPr algn="l" indent="-228600" lvl="3" marL="1828800">
              <a:lnSpc>
                <a:spcPct val="100000"/>
              </a:lnSpc>
              <a:spcBef>
                <a:spcPts val="400"/>
              </a:spcBef>
              <a:spcAft>
                <a:spcPts val="0"/>
              </a:spcAft>
              <a:buSzPts val="1120"/>
              <a:buNone/>
              <a:defRPr b="1" sz="1600"/>
            </a:lvl4pPr>
            <a:lvl5pPr algn="l" indent="-228600" lvl="4" marL="2286000">
              <a:lnSpc>
                <a:spcPct val="100000"/>
              </a:lnSpc>
              <a:spcBef>
                <a:spcPts val="300"/>
              </a:spcBef>
              <a:spcAft>
                <a:spcPts val="0"/>
              </a:spcAft>
              <a:buSzPts val="1120"/>
              <a:buNone/>
              <a:defRPr b="1" sz="1600"/>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679" name="Google Shape;58;p7"/>
          <p:cNvSpPr txBox="1"/>
          <p:nvPr>
            <p:ph type="body" idx="2"/>
          </p:nvPr>
        </p:nvSpPr>
        <p:spPr>
          <a:xfrm>
            <a:off x="4648201" y="971550"/>
            <a:ext cx="4041775" cy="514350"/>
          </a:xfrm>
          <a:prstGeom prst="rect"/>
          <a:noFill/>
          <a:ln>
            <a:noFill/>
          </a:ln>
        </p:spPr>
        <p:txBody>
          <a:bodyPr anchor="b" anchorCtr="0" bIns="45700" lIns="91425" rIns="91425" spcFirstLastPara="1" tIns="45700" wrap="square">
            <a:normAutofit/>
          </a:bodyPr>
          <a:lstStyle>
            <a:lvl1pPr algn="l" indent="-228600" lvl="0" marL="457200">
              <a:lnSpc>
                <a:spcPct val="100000"/>
              </a:lnSpc>
              <a:spcBef>
                <a:spcPts val="600"/>
              </a:spcBef>
              <a:spcAft>
                <a:spcPts val="0"/>
              </a:spcAft>
              <a:buSzPts val="1824"/>
              <a:buNone/>
              <a:defRPr b="1" sz="2400">
                <a:solidFill>
                  <a:schemeClr val="accent2"/>
                </a:solidFill>
              </a:defRPr>
            </a:lvl1pPr>
            <a:lvl2pPr algn="l" indent="-228600" lvl="1" marL="914400">
              <a:lnSpc>
                <a:spcPct val="100000"/>
              </a:lnSpc>
              <a:spcBef>
                <a:spcPts val="500"/>
              </a:spcBef>
              <a:spcAft>
                <a:spcPts val="0"/>
              </a:spcAft>
              <a:buSzPts val="1520"/>
              <a:buNone/>
              <a:defRPr b="1" sz="2000"/>
            </a:lvl2pPr>
            <a:lvl3pPr algn="l" indent="-228600" lvl="2" marL="1371600">
              <a:lnSpc>
                <a:spcPct val="100000"/>
              </a:lnSpc>
              <a:spcBef>
                <a:spcPts val="500"/>
              </a:spcBef>
              <a:spcAft>
                <a:spcPts val="0"/>
              </a:spcAft>
              <a:buSzPts val="1368"/>
              <a:buNone/>
              <a:defRPr b="1" sz="1800"/>
            </a:lvl3pPr>
            <a:lvl4pPr algn="l" indent="-228600" lvl="3" marL="1828800">
              <a:lnSpc>
                <a:spcPct val="100000"/>
              </a:lnSpc>
              <a:spcBef>
                <a:spcPts val="400"/>
              </a:spcBef>
              <a:spcAft>
                <a:spcPts val="0"/>
              </a:spcAft>
              <a:buSzPts val="1120"/>
              <a:buNone/>
              <a:defRPr b="1" sz="1600"/>
            </a:lvl4pPr>
            <a:lvl5pPr algn="l" indent="-228600" lvl="4" marL="2286000">
              <a:lnSpc>
                <a:spcPct val="100000"/>
              </a:lnSpc>
              <a:spcBef>
                <a:spcPts val="300"/>
              </a:spcBef>
              <a:spcAft>
                <a:spcPts val="0"/>
              </a:spcAft>
              <a:buSzPts val="1120"/>
              <a:buNone/>
              <a:defRPr b="1" sz="1600"/>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680" name="Google Shape;59;p7"/>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81" name="Google Shape;60;p7"/>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82" name="Google Shape;61;p7"/>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
        <p:nvSpPr>
          <p:cNvPr id="1048683" name="Google Shape;62;p7"/>
          <p:cNvSpPr txBox="1"/>
          <p:nvPr>
            <p:ph type="body" idx="3"/>
          </p:nvPr>
        </p:nvSpPr>
        <p:spPr>
          <a:xfrm>
            <a:off x="457200" y="1600200"/>
            <a:ext cx="4038600" cy="302895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684" name="Google Shape;63;p7"/>
          <p:cNvSpPr txBox="1"/>
          <p:nvPr>
            <p:ph type="body" idx="4"/>
          </p:nvPr>
        </p:nvSpPr>
        <p:spPr>
          <a:xfrm>
            <a:off x="4648200" y="1600200"/>
            <a:ext cx="4038600" cy="302895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75" name="Shape 64"/>
        <p:cNvGrpSpPr/>
        <p:nvPr/>
      </p:nvGrpSpPr>
      <p:grpSpPr>
        <a:xfrm>
          <a:off x="0" y="0"/>
          <a:ext cx="0" cy="0"/>
          <a:chOff x="0" y="0"/>
          <a:chExt cx="0" cy="0"/>
        </a:xfrm>
      </p:grpSpPr>
      <p:sp>
        <p:nvSpPr>
          <p:cNvPr id="1048720" name="Google Shape;65;p8"/>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1" name="Google Shape;66;p8"/>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2" name="Google Shape;67;p8"/>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cxnSp>
        <p:nvCxnSpPr>
          <p:cNvPr id="3145733" name="Google Shape;68;p8"/>
          <p:cNvCxnSpPr>
            <a:cxnSpLocks/>
          </p:cNvCxnSpPr>
          <p:nvPr/>
        </p:nvCxnSpPr>
        <p:spPr>
          <a:xfrm>
            <a:off x="457200" y="4764881"/>
            <a:ext cx="8229600" cy="0"/>
          </a:xfrm>
          <a:prstGeom prst="straightConnector1"/>
          <a:noFill/>
          <a:ln w="9525" cap="flat" cmpd="sng">
            <a:solidFill>
              <a:schemeClr val="accent2"/>
            </a:solidFill>
            <a:prstDash val="dash"/>
            <a:round/>
            <a:headEnd type="none" w="sm" len="sm"/>
            <a:tailEnd type="none" w="sm" len="sm"/>
          </a:ln>
        </p:spPr>
      </p:cxnSp>
      <p:sp>
        <p:nvSpPr>
          <p:cNvPr id="1048723" name="Google Shape;69;p8"/>
          <p:cNvSpPr/>
          <p:nvPr/>
        </p:nvSpPr>
        <p:spPr>
          <a:xfrm rot="5400000">
            <a:off x="442957" y="4835567"/>
            <a:ext cx="143137" cy="120314"/>
          </a:xfrm>
          <a:prstGeom prst="triangle">
            <a:avLst>
              <a:gd name="adj" fmla="val 50000"/>
            </a:avLst>
          </a:prstGeom>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76" name="Shape 70"/>
        <p:cNvGrpSpPr/>
        <p:nvPr/>
      </p:nvGrpSpPr>
      <p:grpSpPr>
        <a:xfrm>
          <a:off x="0" y="0"/>
          <a:ext cx="0" cy="0"/>
          <a:chOff x="0" y="0"/>
          <a:chExt cx="0" cy="0"/>
        </a:xfrm>
      </p:grpSpPr>
      <p:sp>
        <p:nvSpPr>
          <p:cNvPr id="1048724" name="Google Shape;71;p9"/>
          <p:cNvSpPr txBox="1"/>
          <p:nvPr>
            <p:ph type="title"/>
          </p:nvPr>
        </p:nvSpPr>
        <p:spPr>
          <a:xfrm>
            <a:off x="6324600" y="228600"/>
            <a:ext cx="2514600" cy="628650"/>
          </a:xfrm>
          <a:prstGeom prst="rect"/>
          <a:noFill/>
          <a:ln>
            <a:noFill/>
          </a:ln>
        </p:spPr>
        <p:txBody>
          <a:bodyPr anchor="b" anchorCtr="0" bIns="45700" lIns="91425" rIns="91425" spcFirstLastPara="1" tIns="45700" wrap="square">
            <a:noAutofit/>
          </a:bodyPr>
          <a:lstStyle>
            <a:lvl1pPr algn="l" lvl="0">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5" name="Google Shape;72;p9"/>
          <p:cNvSpPr txBox="1"/>
          <p:nvPr>
            <p:ph type="body" idx="1"/>
          </p:nvPr>
        </p:nvSpPr>
        <p:spPr>
          <a:xfrm>
            <a:off x="6324600" y="914401"/>
            <a:ext cx="2514600" cy="3632597"/>
          </a:xfrm>
          <a:prstGeom prst="rect"/>
          <a:noFill/>
          <a:ln>
            <a:noFill/>
          </a:ln>
        </p:spPr>
        <p:txBody>
          <a:bodyPr anchor="t" anchorCtr="0" bIns="45700" lIns="91425" rIns="91425" spcFirstLastPara="1" tIns="45700" wrap="square">
            <a:normAutofit/>
          </a:bodyPr>
          <a:lstStyle>
            <a:lvl1pPr algn="l" indent="-228600" lvl="0" marL="457200">
              <a:lnSpc>
                <a:spcPct val="137500"/>
              </a:lnSpc>
              <a:spcBef>
                <a:spcPts val="600"/>
              </a:spcBef>
              <a:spcAft>
                <a:spcPts val="0"/>
              </a:spcAft>
              <a:buSzPts val="1216"/>
              <a:buNone/>
              <a:defRPr sz="1600">
                <a:solidFill>
                  <a:schemeClr val="dk2"/>
                </a:solidFill>
              </a:defRPr>
            </a:lvl1pPr>
            <a:lvl2pPr algn="l" indent="-228600" lvl="1" marL="914400">
              <a:lnSpc>
                <a:spcPct val="100000"/>
              </a:lnSpc>
              <a:spcBef>
                <a:spcPts val="1000"/>
              </a:spcBef>
              <a:spcAft>
                <a:spcPts val="0"/>
              </a:spcAft>
              <a:buSzPts val="912"/>
              <a:buNone/>
              <a:defRPr sz="1200"/>
            </a:lvl2pPr>
            <a:lvl3pPr algn="l" indent="-228600" lvl="2" marL="1371600">
              <a:lnSpc>
                <a:spcPct val="100000"/>
              </a:lnSpc>
              <a:spcBef>
                <a:spcPts val="500"/>
              </a:spcBef>
              <a:spcAft>
                <a:spcPts val="0"/>
              </a:spcAft>
              <a:buSzPts val="760"/>
              <a:buNone/>
              <a:defRPr sz="1000"/>
            </a:lvl3pPr>
            <a:lvl4pPr algn="l" indent="-228600" lvl="3" marL="1828800">
              <a:lnSpc>
                <a:spcPct val="100000"/>
              </a:lnSpc>
              <a:spcBef>
                <a:spcPts val="400"/>
              </a:spcBef>
              <a:spcAft>
                <a:spcPts val="0"/>
              </a:spcAft>
              <a:buSzPts val="630"/>
              <a:buNone/>
              <a:defRPr sz="900"/>
            </a:lvl4pPr>
            <a:lvl5pPr algn="l" indent="-228600" lvl="4" marL="2286000">
              <a:lnSpc>
                <a:spcPct val="100000"/>
              </a:lnSpc>
              <a:spcBef>
                <a:spcPts val="300"/>
              </a:spcBef>
              <a:spcAft>
                <a:spcPts val="0"/>
              </a:spcAft>
              <a:buSzPts val="630"/>
              <a:buNone/>
              <a:defRPr sz="900"/>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726" name="Google Shape;73;p9"/>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7" name="Google Shape;74;p9"/>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8" name="Google Shape;75;p9"/>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cxnSp>
        <p:nvCxnSpPr>
          <p:cNvPr id="3145734" name="Google Shape;76;p9"/>
          <p:cNvCxnSpPr>
            <a:cxnSpLocks/>
          </p:cNvCxnSpPr>
          <p:nvPr/>
        </p:nvCxnSpPr>
        <p:spPr>
          <a:xfrm>
            <a:off x="457200" y="4764881"/>
            <a:ext cx="8229600" cy="0"/>
          </a:xfrm>
          <a:prstGeom prst="straightConnector1"/>
          <a:noFill/>
          <a:ln w="9525" cap="flat" cmpd="sng">
            <a:solidFill>
              <a:schemeClr val="accent2"/>
            </a:solidFill>
            <a:prstDash val="dash"/>
            <a:round/>
            <a:headEnd type="none" w="sm" len="sm"/>
            <a:tailEnd type="none" w="sm" len="sm"/>
          </a:ln>
        </p:spPr>
      </p:cxnSp>
      <p:cxnSp>
        <p:nvCxnSpPr>
          <p:cNvPr id="3145735" name="Google Shape;77;p9"/>
          <p:cNvCxnSpPr>
            <a:cxnSpLocks/>
          </p:cNvCxnSpPr>
          <p:nvPr/>
        </p:nvCxnSpPr>
        <p:spPr>
          <a:xfrm rot="5400000">
            <a:off x="3915025" y="2493169"/>
            <a:ext cx="4526280" cy="0"/>
          </a:xfrm>
          <a:prstGeom prst="straightConnector1"/>
          <a:noFill/>
          <a:ln w="9525" cap="flat" cmpd="sng">
            <a:solidFill>
              <a:schemeClr val="accent2"/>
            </a:solidFill>
            <a:prstDash val="dash"/>
            <a:round/>
            <a:headEnd type="none" w="sm" len="sm"/>
            <a:tailEnd type="none" w="sm" len="sm"/>
          </a:ln>
        </p:spPr>
      </p:cxnSp>
      <p:sp>
        <p:nvSpPr>
          <p:cNvPr id="1048729" name="Google Shape;78;p9"/>
          <p:cNvSpPr/>
          <p:nvPr/>
        </p:nvSpPr>
        <p:spPr>
          <a:xfrm rot="5400000">
            <a:off x="442957" y="4835567"/>
            <a:ext cx="143137" cy="120314"/>
          </a:xfrm>
          <a:prstGeom prst="triangle">
            <a:avLst>
              <a:gd name="adj" fmla="val 50000"/>
            </a:avLst>
          </a:prstGeom>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
        <p:nvSpPr>
          <p:cNvPr id="1048730" name="Google Shape;79;p9"/>
          <p:cNvSpPr txBox="1"/>
          <p:nvPr>
            <p:ph type="body" idx="2"/>
          </p:nvPr>
        </p:nvSpPr>
        <p:spPr>
          <a:xfrm>
            <a:off x="304800" y="228600"/>
            <a:ext cx="5715000" cy="428625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71" name="Shape 80"/>
        <p:cNvGrpSpPr/>
        <p:nvPr/>
      </p:nvGrpSpPr>
      <p:grpSpPr>
        <a:xfrm>
          <a:off x="0" y="0"/>
          <a:ext cx="0" cy="0"/>
          <a:chOff x="0" y="0"/>
          <a:chExt cx="0" cy="0"/>
        </a:xfrm>
      </p:grpSpPr>
      <p:sp>
        <p:nvSpPr>
          <p:cNvPr id="1048691" name="Google Shape;81;p10"/>
          <p:cNvSpPr txBox="1"/>
          <p:nvPr>
            <p:ph type="title"/>
          </p:nvPr>
        </p:nvSpPr>
        <p:spPr>
          <a:xfrm>
            <a:off x="457200" y="375642"/>
            <a:ext cx="8229600" cy="506016"/>
          </a:xfrm>
          <a:prstGeom prst="rect"/>
          <a:noFill/>
          <a:ln w="9525" cap="flat" cmpd="sng">
            <a:solidFill>
              <a:schemeClr val="accent1"/>
            </a:solidFill>
            <a:prstDash val="solid"/>
            <a:round/>
            <a:headEnd type="none" w="sm" len="sm"/>
            <a:tailEnd type="none" w="sm" len="sm"/>
          </a:ln>
        </p:spPr>
        <p:txBody>
          <a:bodyPr anchor="ctr" anchorCtr="0" bIns="45700" lIns="274300" rIns="91425" spcFirstLastPara="1" tIns="45700" wrap="square">
            <a:normAutofit/>
          </a:bodyPr>
          <a:lstStyle>
            <a:lvl1pPr algn="r" lvl="0">
              <a:lnSpc>
                <a:spcPct val="100000"/>
              </a:lnSpc>
              <a:spcBef>
                <a:spcPts val="0"/>
              </a:spcBef>
              <a:spcAft>
                <a:spcPts val="0"/>
              </a:spcAft>
              <a:buClr>
                <a:schemeClr val="lt1"/>
              </a:buClr>
              <a:buSzPts val="2000"/>
              <a:buFont typeface="Bookman Old Style"/>
              <a:buNone/>
              <a:defRPr b="0" sz="2000">
                <a:solidFill>
                  <a:schemeClr val="lt1"/>
                </a:solidFill>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92" name="Google Shape;82;p10"/>
          <p:cNvSpPr/>
          <p:nvPr>
            <p:ph type="pic" idx="2"/>
          </p:nvPr>
        </p:nvSpPr>
        <p:spPr>
          <a:xfrm>
            <a:off x="457200" y="1428750"/>
            <a:ext cx="8229600" cy="3202686"/>
          </a:xfrm>
          <a:prstGeom prst="rect"/>
          <a:solidFill>
            <a:srgbClr val="BABABA"/>
          </a:solidFill>
          <a:ln>
            <a:noFill/>
          </a:ln>
        </p:spPr>
      </p:sp>
      <p:sp>
        <p:nvSpPr>
          <p:cNvPr id="1048693" name="Google Shape;83;p10"/>
          <p:cNvSpPr txBox="1"/>
          <p:nvPr>
            <p:ph type="body" idx="1"/>
          </p:nvPr>
        </p:nvSpPr>
        <p:spPr>
          <a:xfrm>
            <a:off x="457200" y="914400"/>
            <a:ext cx="8229600" cy="400050"/>
          </a:xfrm>
          <a:prstGeom prst="rect"/>
          <a:noFill/>
          <a:ln>
            <a:noFill/>
          </a:ln>
        </p:spPr>
        <p:txBody>
          <a:bodyPr anchor="ctr" anchorCtr="0" bIns="45700" lIns="91425" rIns="91425" spcFirstLastPara="1" tIns="45700" wrap="square">
            <a:normAutofit/>
          </a:bodyPr>
          <a:lstStyle>
            <a:lvl1pPr algn="l" indent="-228600" lvl="0" marL="457200">
              <a:lnSpc>
                <a:spcPct val="100000"/>
              </a:lnSpc>
              <a:spcBef>
                <a:spcPts val="600"/>
              </a:spcBef>
              <a:spcAft>
                <a:spcPts val="0"/>
              </a:spcAft>
              <a:buSzPts val="1064"/>
              <a:buFont typeface="Gill Sans"/>
              <a:buNone/>
              <a:defRPr sz="1400"/>
            </a:lvl1pPr>
            <a:lvl2pPr algn="l" indent="-286512" lvl="1" marL="914400">
              <a:lnSpc>
                <a:spcPct val="100000"/>
              </a:lnSpc>
              <a:spcBef>
                <a:spcPts val="500"/>
              </a:spcBef>
              <a:spcAft>
                <a:spcPts val="0"/>
              </a:spcAft>
              <a:buSzPts val="912"/>
              <a:buChar char="?"/>
              <a:defRPr sz="1200"/>
            </a:lvl2pPr>
            <a:lvl3pPr algn="l" indent="-276860" lvl="2" marL="1371600">
              <a:lnSpc>
                <a:spcPct val="100000"/>
              </a:lnSpc>
              <a:spcBef>
                <a:spcPts val="500"/>
              </a:spcBef>
              <a:spcAft>
                <a:spcPts val="0"/>
              </a:spcAft>
              <a:buSzPts val="760"/>
              <a:buChar char="?"/>
              <a:defRPr sz="1000"/>
            </a:lvl3pPr>
            <a:lvl4pPr algn="l" indent="-268605" lvl="3" marL="1828800">
              <a:lnSpc>
                <a:spcPct val="100000"/>
              </a:lnSpc>
              <a:spcBef>
                <a:spcPts val="400"/>
              </a:spcBef>
              <a:spcAft>
                <a:spcPts val="0"/>
              </a:spcAft>
              <a:buSzPts val="630"/>
              <a:buChar char="◻"/>
              <a:defRPr sz="900"/>
            </a:lvl4pPr>
            <a:lvl5pPr algn="l" indent="-268604" lvl="4" marL="2286000">
              <a:lnSpc>
                <a:spcPct val="100000"/>
              </a:lnSpc>
              <a:spcBef>
                <a:spcPts val="300"/>
              </a:spcBef>
              <a:spcAft>
                <a:spcPts val="0"/>
              </a:spcAft>
              <a:buSzPts val="630"/>
              <a:buChar char="◻"/>
              <a:defRPr sz="900"/>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694" name="Google Shape;84;p10"/>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95" name="Google Shape;85;p10"/>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96" name="Google Shape;86;p10"/>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cxnSp>
        <p:nvCxnSpPr>
          <p:cNvPr id="3145732" name="Google Shape;87;p10"/>
          <p:cNvCxnSpPr>
            <a:cxnSpLocks/>
          </p:cNvCxnSpPr>
          <p:nvPr/>
        </p:nvCxnSpPr>
        <p:spPr>
          <a:xfrm>
            <a:off x="457200" y="4764881"/>
            <a:ext cx="8229600" cy="0"/>
          </a:xfrm>
          <a:prstGeom prst="straightConnector1"/>
          <a:noFill/>
          <a:ln w="9525" cap="flat" cmpd="sng">
            <a:solidFill>
              <a:schemeClr val="accent2"/>
            </a:solidFill>
            <a:prstDash val="dash"/>
            <a:round/>
            <a:headEnd type="none" w="sm" len="sm"/>
            <a:tailEnd type="none" w="sm" len="sm"/>
          </a:ln>
        </p:spPr>
      </p:cxnSp>
      <p:sp>
        <p:nvSpPr>
          <p:cNvPr id="1048697" name="Google Shape;88;p10"/>
          <p:cNvSpPr/>
          <p:nvPr/>
        </p:nvSpPr>
        <p:spPr>
          <a:xfrm rot="5400000">
            <a:off x="442957" y="4835567"/>
            <a:ext cx="143137" cy="120314"/>
          </a:xfrm>
          <a:prstGeom prst="triangle">
            <a:avLst>
              <a:gd name="adj" fmla="val 50000"/>
            </a:avLst>
          </a:prstGeom>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
        <p:nvSpPr>
          <p:cNvPr id="1048698" name="Google Shape;89;p10"/>
          <p:cNvSpPr/>
          <p:nvPr/>
        </p:nvSpPr>
        <p:spPr>
          <a:xfrm>
            <a:off x="457200" y="375642"/>
            <a:ext cx="182880" cy="514350"/>
          </a:xfrm>
          <a:prstGeom prst="rect"/>
          <a:solidFill>
            <a:schemeClr val="accent1"/>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72" name="Shape 90"/>
        <p:cNvGrpSpPr/>
        <p:nvPr/>
      </p:nvGrpSpPr>
      <p:grpSpPr>
        <a:xfrm>
          <a:off x="0" y="0"/>
          <a:ext cx="0" cy="0"/>
          <a:chOff x="0" y="0"/>
          <a:chExt cx="0" cy="0"/>
        </a:xfrm>
      </p:grpSpPr>
      <p:sp>
        <p:nvSpPr>
          <p:cNvPr id="1048699" name="Google Shape;91;p11"/>
          <p:cNvSpPr txBox="1"/>
          <p:nvPr>
            <p:ph type="title"/>
          </p:nvPr>
        </p:nvSpPr>
        <p:spPr>
          <a:xfrm>
            <a:off x="457200" y="114300"/>
            <a:ext cx="8229600" cy="742950"/>
          </a:xfrm>
          <a:prstGeom prst="rect"/>
          <a:noFill/>
          <a:ln>
            <a:noFill/>
          </a:ln>
        </p:spPr>
        <p:txBody>
          <a:bodyPr anchor="b" anchorCtr="0" bIns="45700" lIns="91425" rIns="91425" spcFirstLastPara="1" tIns="45700" wrap="square">
            <a:normAutofit/>
          </a:bodyPr>
          <a:lstStyle>
            <a:lvl1pPr algn="l" lvl="0">
              <a:lnSpc>
                <a:spcPct val="100000"/>
              </a:lnSpc>
              <a:spcBef>
                <a:spcPts val="0"/>
              </a:spcBef>
              <a:spcAft>
                <a:spcPts val="0"/>
              </a:spcAft>
              <a:buClr>
                <a:schemeClr val="dk2"/>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00" name="Google Shape;92;p11"/>
          <p:cNvSpPr txBox="1"/>
          <p:nvPr>
            <p:ph type="body" idx="1"/>
          </p:nvPr>
        </p:nvSpPr>
        <p:spPr>
          <a:xfrm rot="5400000">
            <a:off x="2730627" y="-1359027"/>
            <a:ext cx="3682746" cy="822960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701" name="Google Shape;93;p11"/>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02" name="Google Shape;94;p11"/>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03" name="Google Shape;95;p11"/>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70" name="Shape 96"/>
        <p:cNvGrpSpPr/>
        <p:nvPr/>
      </p:nvGrpSpPr>
      <p:grpSpPr>
        <a:xfrm>
          <a:off x="0" y="0"/>
          <a:ext cx="0" cy="0"/>
          <a:chOff x="0" y="0"/>
          <a:chExt cx="0" cy="0"/>
        </a:xfrm>
      </p:grpSpPr>
      <p:sp>
        <p:nvSpPr>
          <p:cNvPr id="1048685" name="Google Shape;97;p12"/>
          <p:cNvSpPr txBox="1"/>
          <p:nvPr>
            <p:ph type="title"/>
          </p:nvPr>
        </p:nvSpPr>
        <p:spPr>
          <a:xfrm rot="5400000">
            <a:off x="5463778" y="1371601"/>
            <a:ext cx="4388644" cy="2057400"/>
          </a:xfrm>
          <a:prstGeom prst="rect"/>
          <a:noFill/>
          <a:ln>
            <a:noFill/>
          </a:ln>
        </p:spPr>
        <p:txBody>
          <a:bodyPr anchor="b" anchorCtr="0" bIns="45700" lIns="91425" rIns="91425" spcFirstLastPara="1" tIns="45700" wrap="square">
            <a:normAutofit/>
          </a:bodyPr>
          <a:lstStyle>
            <a:lvl1pPr algn="l" lvl="0">
              <a:lnSpc>
                <a:spcPct val="100000"/>
              </a:lnSpc>
              <a:spcBef>
                <a:spcPts val="0"/>
              </a:spcBef>
              <a:spcAft>
                <a:spcPts val="0"/>
              </a:spcAft>
              <a:buClr>
                <a:schemeClr val="dk2"/>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86" name="Google Shape;98;p12"/>
          <p:cNvSpPr txBox="1"/>
          <p:nvPr>
            <p:ph type="body" idx="1"/>
          </p:nvPr>
        </p:nvSpPr>
        <p:spPr>
          <a:xfrm rot="5400000">
            <a:off x="1272778" y="-609599"/>
            <a:ext cx="4388644" cy="6019800"/>
          </a:xfrm>
          <a:prstGeom prst="rect"/>
          <a:noFill/>
          <a:ln>
            <a:noFill/>
          </a:ln>
        </p:spPr>
        <p:txBody>
          <a:bodyPr anchor="t" anchorCtr="0" bIns="45700" lIns="91425" rIns="91425" spcFirstLastPara="1" tIns="45700" wrap="square">
            <a:normAutofit/>
          </a:bodyPr>
          <a:lstStyle>
            <a:lvl1pPr algn="l" indent="-315468" lvl="0" marL="457200">
              <a:lnSpc>
                <a:spcPct val="100000"/>
              </a:lnSpc>
              <a:spcBef>
                <a:spcPts val="600"/>
              </a:spcBef>
              <a:spcAft>
                <a:spcPts val="0"/>
              </a:spcAft>
              <a:buSzPts val="1368"/>
              <a:buChar char="?"/>
            </a:lvl1pPr>
            <a:lvl2pPr algn="l" indent="-315468" lvl="1" marL="914400">
              <a:lnSpc>
                <a:spcPct val="100000"/>
              </a:lnSpc>
              <a:spcBef>
                <a:spcPts val="500"/>
              </a:spcBef>
              <a:spcAft>
                <a:spcPts val="0"/>
              </a:spcAft>
              <a:buSzPts val="1368"/>
              <a:buChar char="?"/>
            </a:lvl2pPr>
            <a:lvl3pPr algn="l" indent="-315467" lvl="2" marL="1371600">
              <a:lnSpc>
                <a:spcPct val="100000"/>
              </a:lnSpc>
              <a:spcBef>
                <a:spcPts val="500"/>
              </a:spcBef>
              <a:spcAft>
                <a:spcPts val="0"/>
              </a:spcAft>
              <a:buSzPts val="1368"/>
              <a:buChar char="?"/>
            </a:lvl3pPr>
            <a:lvl4pPr algn="l" indent="-308610" lvl="3" marL="1828800">
              <a:lnSpc>
                <a:spcPct val="100000"/>
              </a:lnSpc>
              <a:spcBef>
                <a:spcPts val="400"/>
              </a:spcBef>
              <a:spcAft>
                <a:spcPts val="0"/>
              </a:spcAft>
              <a:buSzPts val="1260"/>
              <a:buChar char="◻"/>
            </a:lvl4pPr>
            <a:lvl5pPr algn="l" indent="-308610" lvl="4" marL="2286000">
              <a:lnSpc>
                <a:spcPct val="100000"/>
              </a:lnSpc>
              <a:spcBef>
                <a:spcPts val="300"/>
              </a:spcBef>
              <a:spcAft>
                <a:spcPts val="0"/>
              </a:spcAft>
              <a:buSzPts val="1260"/>
              <a:buChar char="◻"/>
            </a:lvl5pPr>
            <a:lvl6pPr algn="l" indent="-314325" lvl="5" marL="2743200">
              <a:lnSpc>
                <a:spcPct val="100000"/>
              </a:lnSpc>
              <a:spcBef>
                <a:spcPts val="300"/>
              </a:spcBef>
              <a:spcAft>
                <a:spcPts val="0"/>
              </a:spcAft>
              <a:buSzPts val="1350"/>
              <a:buChar char="?"/>
            </a:lvl6pPr>
            <a:lvl7pPr algn="l" indent="-314325" lvl="6" marL="3200400">
              <a:lnSpc>
                <a:spcPct val="100000"/>
              </a:lnSpc>
              <a:spcBef>
                <a:spcPts val="300"/>
              </a:spcBef>
              <a:spcAft>
                <a:spcPts val="0"/>
              </a:spcAft>
              <a:buSzPts val="1350"/>
              <a:buChar char="?"/>
            </a:lvl7pPr>
            <a:lvl8pPr algn="l" indent="-314325" lvl="7" marL="3657600">
              <a:lnSpc>
                <a:spcPct val="100000"/>
              </a:lnSpc>
              <a:spcBef>
                <a:spcPts val="300"/>
              </a:spcBef>
              <a:spcAft>
                <a:spcPts val="0"/>
              </a:spcAft>
              <a:buSzPts val="1350"/>
              <a:buChar char="?"/>
            </a:lvl8pPr>
            <a:lvl9pPr algn="l" indent="-314325" lvl="8" marL="4114800">
              <a:lnSpc>
                <a:spcPct val="100000"/>
              </a:lnSpc>
              <a:spcBef>
                <a:spcPts val="300"/>
              </a:spcBef>
              <a:spcAft>
                <a:spcPts val="0"/>
              </a:spcAft>
              <a:buSzPts val="1350"/>
              <a:buChar char="?"/>
            </a:lvl9pPr>
          </a:lstStyle>
          <a:p/>
        </p:txBody>
      </p:sp>
      <p:sp>
        <p:nvSpPr>
          <p:cNvPr id="1048687" name="Google Shape;99;p12"/>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88" name="Google Shape;100;p12"/>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89" name="Google Shape;101;p12"/>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cxnSp>
        <p:nvCxnSpPr>
          <p:cNvPr id="3145730" name="Google Shape;102;p12"/>
          <p:cNvCxnSpPr>
            <a:cxnSpLocks/>
          </p:cNvCxnSpPr>
          <p:nvPr/>
        </p:nvCxnSpPr>
        <p:spPr>
          <a:xfrm>
            <a:off x="457200" y="4764881"/>
            <a:ext cx="8229600" cy="0"/>
          </a:xfrm>
          <a:prstGeom prst="straightConnector1"/>
          <a:noFill/>
          <a:ln w="9525" cap="flat" cmpd="sng">
            <a:solidFill>
              <a:schemeClr val="accent2"/>
            </a:solidFill>
            <a:prstDash val="dash"/>
            <a:round/>
            <a:headEnd type="none" w="sm" len="sm"/>
            <a:tailEnd type="none" w="sm" len="sm"/>
          </a:ln>
        </p:spPr>
      </p:cxnSp>
      <p:sp>
        <p:nvSpPr>
          <p:cNvPr id="1048690" name="Google Shape;103;p12"/>
          <p:cNvSpPr/>
          <p:nvPr/>
        </p:nvSpPr>
        <p:spPr>
          <a:xfrm rot="5400000">
            <a:off x="442957" y="4835567"/>
            <a:ext cx="143137" cy="120314"/>
          </a:xfrm>
          <a:prstGeom prst="triangle">
            <a:avLst>
              <a:gd name="adj" fmla="val 50000"/>
            </a:avLst>
          </a:prstGeom>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cxnSp>
        <p:nvCxnSpPr>
          <p:cNvPr id="3145731" name="Google Shape;104;p12"/>
          <p:cNvCxnSpPr>
            <a:cxnSpLocks/>
          </p:cNvCxnSpPr>
          <p:nvPr/>
        </p:nvCxnSpPr>
        <p:spPr>
          <a:xfrm rot="5400000">
            <a:off x="4361127" y="2401464"/>
            <a:ext cx="4389120" cy="0"/>
          </a:xfrm>
          <a:prstGeom prst="straightConnector1"/>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2">
            <a:alphaModFix amt="29000"/>
          </a:blip>
          <a:tile algn="tl" flip="none" sx="100000" sy="100000" tx="0" ty="0"/>
        </a:blipFill>
      </p:bgPr>
    </p:bg>
    <p:spTree>
      <p:nvGrpSpPr>
        <p:cNvPr id="12" name="Shape 9"/>
        <p:cNvGrpSpPr/>
        <p:nvPr/>
      </p:nvGrpSpPr>
      <p:grpSpPr>
        <a:xfrm>
          <a:off x="0" y="0"/>
          <a:ext cx="0" cy="0"/>
          <a:chOff x="0" y="0"/>
          <a:chExt cx="0" cy="0"/>
        </a:xfrm>
      </p:grpSpPr>
      <p:sp>
        <p:nvSpPr>
          <p:cNvPr id="1048576" name="Google Shape;10;p1"/>
          <p:cNvSpPr txBox="1"/>
          <p:nvPr>
            <p:ph type="title"/>
          </p:nvPr>
        </p:nvSpPr>
        <p:spPr>
          <a:xfrm>
            <a:off x="457200" y="114300"/>
            <a:ext cx="8229600" cy="742950"/>
          </a:xfrm>
          <a:prstGeom prst="rect"/>
          <a:noFill/>
          <a:ln>
            <a:noFill/>
          </a:ln>
        </p:spPr>
        <p:txBody>
          <a:bodyPr anchor="b" anchorCtr="0" bIns="45700" lIns="91425" rIns="91425" spcFirstLastPara="1" tIns="45700" wrap="square">
            <a:normAutofit/>
          </a:bodyPr>
          <a:lstStyle>
            <a:lvl1pPr algn="l" lvl="0" marR="0" rtl="0">
              <a:lnSpc>
                <a:spcPct val="100000"/>
              </a:lnSpc>
              <a:spcBef>
                <a:spcPts val="0"/>
              </a:spcBef>
              <a:spcAft>
                <a:spcPts val="0"/>
              </a:spcAft>
              <a:buClr>
                <a:schemeClr val="dk2"/>
              </a:buClr>
              <a:buSzPts val="3200"/>
              <a:buFont typeface="Bookman Old Style"/>
              <a:buNone/>
              <a:defRPr b="0" cap="none" sz="3200" i="0" strike="noStrike" u="none">
                <a:solidFill>
                  <a:schemeClr val="dk2"/>
                </a:solidFill>
                <a:latin typeface="Bookman Old Style"/>
                <a:ea typeface="Bookman Old Style"/>
                <a:cs typeface="Bookman Old Style"/>
                <a:sym typeface="Bookman Old Style"/>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9pPr>
          </a:lstStyle>
          <a:p/>
        </p:txBody>
      </p:sp>
      <p:sp>
        <p:nvSpPr>
          <p:cNvPr id="1048577" name="Google Shape;11;p1"/>
          <p:cNvSpPr txBox="1"/>
          <p:nvPr>
            <p:ph type="body" idx="1"/>
          </p:nvPr>
        </p:nvSpPr>
        <p:spPr>
          <a:xfrm>
            <a:off x="457200" y="914400"/>
            <a:ext cx="8229600" cy="3682746"/>
          </a:xfrm>
          <a:prstGeom prst="rect"/>
          <a:noFill/>
          <a:ln>
            <a:noFill/>
          </a:ln>
        </p:spPr>
        <p:txBody>
          <a:bodyPr anchor="t" anchorCtr="0" bIns="45700" lIns="91425" rIns="91425" spcFirstLastPara="1" tIns="45700" wrap="square">
            <a:normAutofit/>
          </a:bodyPr>
          <a:lstStyle>
            <a:lvl1pPr algn="l" indent="-354076" lvl="0" marL="457200" marR="0" rtl="0">
              <a:lnSpc>
                <a:spcPct val="100000"/>
              </a:lnSpc>
              <a:spcBef>
                <a:spcPts val="600"/>
              </a:spcBef>
              <a:spcAft>
                <a:spcPts val="0"/>
              </a:spcAft>
              <a:buClr>
                <a:schemeClr val="accent1"/>
              </a:buClr>
              <a:buSzPts val="1976"/>
              <a:buFont typeface="Noto Sans Symbols"/>
              <a:buChar char="?"/>
              <a:defRPr b="0" cap="none" sz="2600" i="0" strike="noStrike" u="none">
                <a:solidFill>
                  <a:schemeClr val="dk1"/>
                </a:solidFill>
                <a:latin typeface="Gill Sans"/>
                <a:ea typeface="Gill Sans"/>
                <a:cs typeface="Gill Sans"/>
                <a:sym typeface="Gill Sans"/>
              </a:defRPr>
            </a:lvl1pPr>
            <a:lvl2pPr algn="l" indent="-339597" lvl="1" marL="914400" marR="0" rtl="0">
              <a:lnSpc>
                <a:spcPct val="100000"/>
              </a:lnSpc>
              <a:spcBef>
                <a:spcPts val="500"/>
              </a:spcBef>
              <a:spcAft>
                <a:spcPts val="0"/>
              </a:spcAft>
              <a:buClr>
                <a:schemeClr val="accent2"/>
              </a:buClr>
              <a:buSzPts val="1748"/>
              <a:buFont typeface="Noto Sans Symbols"/>
              <a:buChar char="?"/>
              <a:defRPr b="0" cap="none" sz="2300" i="0" strike="noStrike" u="none">
                <a:solidFill>
                  <a:schemeClr val="dk2"/>
                </a:solidFill>
                <a:latin typeface="Gill Sans"/>
                <a:ea typeface="Gill Sans"/>
                <a:cs typeface="Gill Sans"/>
                <a:sym typeface="Gill Sans"/>
              </a:defRPr>
            </a:lvl2pPr>
            <a:lvl3pPr algn="l" indent="-325119" lvl="2" marL="1371600" marR="0" rtl="0">
              <a:lnSpc>
                <a:spcPct val="100000"/>
              </a:lnSpc>
              <a:spcBef>
                <a:spcPts val="500"/>
              </a:spcBef>
              <a:spcAft>
                <a:spcPts val="0"/>
              </a:spcAft>
              <a:buClr>
                <a:srgbClr val="BABABA"/>
              </a:buClr>
              <a:buSzPts val="1520"/>
              <a:buFont typeface="Noto Sans Symbols"/>
              <a:buChar char="?"/>
              <a:defRPr b="0" cap="none" sz="2000" i="0" strike="noStrike" u="none">
                <a:solidFill>
                  <a:schemeClr val="dk1"/>
                </a:solidFill>
                <a:latin typeface="Gill Sans"/>
                <a:ea typeface="Gill Sans"/>
                <a:cs typeface="Gill Sans"/>
                <a:sym typeface="Gill Sans"/>
              </a:defRPr>
            </a:lvl3pPr>
            <a:lvl4pPr algn="l" indent="-308610" lvl="3" marL="1828800" marR="0" rtl="0">
              <a:lnSpc>
                <a:spcPct val="100000"/>
              </a:lnSpc>
              <a:spcBef>
                <a:spcPts val="400"/>
              </a:spcBef>
              <a:spcAft>
                <a:spcPts val="0"/>
              </a:spcAft>
              <a:buClr>
                <a:srgbClr val="8BA1B3"/>
              </a:buClr>
              <a:buSzPts val="1260"/>
              <a:buFont typeface="Noto Sans Symbols"/>
              <a:buChar char="◻"/>
              <a:defRPr b="0" cap="none" sz="1800" i="0" strike="noStrike" u="none">
                <a:solidFill>
                  <a:schemeClr val="dk1"/>
                </a:solidFill>
                <a:latin typeface="Gill Sans"/>
                <a:ea typeface="Gill Sans"/>
                <a:cs typeface="Gill Sans"/>
                <a:sym typeface="Gill Sans"/>
              </a:defRPr>
            </a:lvl4pPr>
            <a:lvl5pPr algn="l" indent="-299720" lvl="4" marL="2286000" marR="0" rtl="0">
              <a:lnSpc>
                <a:spcPct val="100000"/>
              </a:lnSpc>
              <a:spcBef>
                <a:spcPts val="300"/>
              </a:spcBef>
              <a:spcAft>
                <a:spcPts val="0"/>
              </a:spcAft>
              <a:buClr>
                <a:schemeClr val="accent2"/>
              </a:buClr>
              <a:buSzPts val="1120"/>
              <a:buFont typeface="Noto Sans Symbols"/>
              <a:buChar char="◻"/>
              <a:defRPr b="0" cap="none" sz="1600" i="0" strike="noStrike" u="none">
                <a:solidFill>
                  <a:schemeClr val="dk1"/>
                </a:solidFill>
                <a:latin typeface="Gill Sans"/>
                <a:ea typeface="Gill Sans"/>
                <a:cs typeface="Gill Sans"/>
                <a:sym typeface="Gill Sans"/>
              </a:defRPr>
            </a:lvl5pPr>
            <a:lvl6pPr algn="l" indent="-304800" lvl="5" marL="2743200" marR="0" rtl="0">
              <a:lnSpc>
                <a:spcPct val="100000"/>
              </a:lnSpc>
              <a:spcBef>
                <a:spcPts val="300"/>
              </a:spcBef>
              <a:spcAft>
                <a:spcPts val="0"/>
              </a:spcAft>
              <a:buClr>
                <a:srgbClr val="8BA1B3"/>
              </a:buClr>
              <a:buSzPts val="1200"/>
              <a:buFont typeface="Noto Sans Symbols"/>
              <a:buChar char="?"/>
              <a:defRPr b="0" cap="none" sz="1600" i="0" strike="noStrike" u="none">
                <a:solidFill>
                  <a:schemeClr val="dk1"/>
                </a:solidFill>
                <a:latin typeface="Gill Sans"/>
                <a:ea typeface="Gill Sans"/>
                <a:cs typeface="Gill Sans"/>
                <a:sym typeface="Gill Sans"/>
              </a:defRPr>
            </a:lvl6pPr>
            <a:lvl7pPr algn="l" indent="-295275" lvl="6" marL="3200400" marR="0" rtl="0">
              <a:lnSpc>
                <a:spcPct val="100000"/>
              </a:lnSpc>
              <a:spcBef>
                <a:spcPts val="300"/>
              </a:spcBef>
              <a:spcAft>
                <a:spcPts val="0"/>
              </a:spcAft>
              <a:buClr>
                <a:srgbClr val="646C8F"/>
              </a:buClr>
              <a:buSzPts val="1050"/>
              <a:buFont typeface="Noto Sans Symbols"/>
              <a:buChar char="?"/>
              <a:defRPr b="0" cap="none" sz="1400" i="0" strike="noStrike" u="none">
                <a:solidFill>
                  <a:schemeClr val="dk1"/>
                </a:solidFill>
                <a:latin typeface="Gill Sans"/>
                <a:ea typeface="Gill Sans"/>
                <a:cs typeface="Gill Sans"/>
                <a:sym typeface="Gill Sans"/>
              </a:defRPr>
            </a:lvl7pPr>
            <a:lvl8pPr algn="l" indent="-295275" lvl="7" marL="3657600" marR="0" rtl="0">
              <a:lnSpc>
                <a:spcPct val="100000"/>
              </a:lnSpc>
              <a:spcBef>
                <a:spcPts val="300"/>
              </a:spcBef>
              <a:spcAft>
                <a:spcPts val="0"/>
              </a:spcAft>
              <a:buClr>
                <a:srgbClr val="BABABA"/>
              </a:buClr>
              <a:buSzPts val="1050"/>
              <a:buFont typeface="Noto Sans Symbols"/>
              <a:buChar char="?"/>
              <a:defRPr b="0" cap="none" sz="1400" i="0" strike="noStrike" u="none">
                <a:solidFill>
                  <a:schemeClr val="dk1"/>
                </a:solidFill>
                <a:latin typeface="Gill Sans"/>
                <a:ea typeface="Gill Sans"/>
                <a:cs typeface="Gill Sans"/>
                <a:sym typeface="Gill Sans"/>
              </a:defRPr>
            </a:lvl8pPr>
            <a:lvl9pPr algn="l" indent="-285750" lvl="8" marL="4114800" marR="0" rtl="0">
              <a:lnSpc>
                <a:spcPct val="100000"/>
              </a:lnSpc>
              <a:spcBef>
                <a:spcPts val="300"/>
              </a:spcBef>
              <a:spcAft>
                <a:spcPts val="0"/>
              </a:spcAft>
              <a:buClr>
                <a:srgbClr val="9FB8CD"/>
              </a:buClr>
              <a:buSzPts val="900"/>
              <a:buFont typeface="Noto Sans Symbols"/>
              <a:buChar char="?"/>
              <a:defRPr b="0" cap="none" sz="1200" i="0" strike="noStrike" u="none">
                <a:solidFill>
                  <a:schemeClr val="dk1"/>
                </a:solidFill>
                <a:latin typeface="Gill Sans"/>
                <a:ea typeface="Gill Sans"/>
                <a:cs typeface="Gill Sans"/>
                <a:sym typeface="Gill Sans"/>
              </a:defRPr>
            </a:lvl9pPr>
          </a:lstStyle>
          <a:p/>
        </p:txBody>
      </p:sp>
      <p:sp>
        <p:nvSpPr>
          <p:cNvPr id="1048578" name="Google Shape;12;p1"/>
          <p:cNvSpPr txBox="1"/>
          <p:nvPr>
            <p:ph type="dt" idx="10"/>
          </p:nvPr>
        </p:nvSpPr>
        <p:spPr>
          <a:xfrm>
            <a:off x="6400800" y="4767263"/>
            <a:ext cx="2289048" cy="274320"/>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9pPr>
          </a:lstStyle>
          <a:p/>
        </p:txBody>
      </p:sp>
      <p:sp>
        <p:nvSpPr>
          <p:cNvPr id="1048579" name="Google Shape;13;p1"/>
          <p:cNvSpPr txBox="1"/>
          <p:nvPr>
            <p:ph type="ftr" idx="11"/>
          </p:nvPr>
        </p:nvSpPr>
        <p:spPr>
          <a:xfrm>
            <a:off x="2898648" y="4767263"/>
            <a:ext cx="3505200" cy="274320"/>
          </a:xfrm>
          <a:prstGeom prst="rect"/>
          <a:noFill/>
          <a:ln>
            <a:noFill/>
          </a:ln>
        </p:spPr>
        <p:txBody>
          <a:bodyPr anchor="t" anchorCtr="0" bIns="45700" lIns="91425" rIns="91425" spcFirstLastPara="1" tIns="45700" wrap="square">
            <a:noAutofit/>
          </a:bodyPr>
          <a:lstStyle>
            <a:lvl1pPr algn="r" lv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Gill Sans"/>
                <a:ea typeface="Gill Sans"/>
                <a:cs typeface="Gill Sans"/>
                <a:sym typeface="Gill Sans"/>
              </a:defRPr>
            </a:lvl9pPr>
          </a:lstStyle>
          <a:p/>
        </p:txBody>
      </p:sp>
      <p:sp>
        <p:nvSpPr>
          <p:cNvPr id="1048580" name="Google Shape;14;p1"/>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1pPr>
            <a:lvl2pPr algn="l" indent="0" lvl="1"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2pPr>
            <a:lvl3pPr algn="l" indent="0" lvl="2"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3pPr>
            <a:lvl4pPr algn="l" indent="0" lvl="3"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4pPr>
            <a:lvl5pPr algn="l" indent="0" lvl="4"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5pPr>
            <a:lvl6pPr algn="l" indent="0" lvl="5"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6pPr>
            <a:lvl7pPr algn="l" indent="0" lvl="6"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7pPr>
            <a:lvl8pPr algn="l" indent="0" lvl="7"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8pPr>
            <a:lvl9pPr algn="l" indent="0" lvl="8" marL="0" marR="0" rtl="0">
              <a:lnSpc>
                <a:spcPct val="100000"/>
              </a:lnSpc>
              <a:spcBef>
                <a:spcPts val="0"/>
              </a:spcBef>
              <a:spcAft>
                <a:spcPts val="0"/>
              </a:spcAft>
              <a:buClr>
                <a:srgbClr val="000000"/>
              </a:buClr>
              <a:buSzPts val="1400"/>
              <a:buFont typeface="Arial"/>
              <a:buNone/>
              <a:defRPr b="0" cap="none" sz="1400" i="0" strike="noStrike" u="none">
                <a:solidFill>
                  <a:schemeClr val="dk2"/>
                </a:solidFill>
                <a:latin typeface="Gill Sans"/>
                <a:ea typeface="Gill Sans"/>
                <a:cs typeface="Gill Sans"/>
                <a:sym typeface="Gill Sans"/>
              </a:defRPr>
            </a:lvl9pPr>
          </a:lstStyle>
          <a:p>
            <a:pPr algn="l" indent="0" lvl="0" marL="0" rtl="0">
              <a:spcBef>
                <a:spcPts val="0"/>
              </a:spcBef>
              <a:spcAft>
                <a:spcPts val="0"/>
              </a:spcAft>
              <a:buNone/>
            </a:pPr>
            <a:fld id="{00000000-1234-1234-1234-123412341234}" type="slidenum">
              <a:rPr lang="en-US"/>
              <a:t>‹#›</a:t>
            </a:fld>
          </a:p>
        </p:txBody>
      </p:sp>
      <p:cxnSp>
        <p:nvCxnSpPr>
          <p:cNvPr id="3145728" name="Google Shape;15;p1"/>
          <p:cNvCxnSpPr>
            <a:cxnSpLocks/>
          </p:cNvCxnSpPr>
          <p:nvPr/>
        </p:nvCxnSpPr>
        <p:spPr>
          <a:xfrm>
            <a:off x="457200" y="4764881"/>
            <a:ext cx="8229600" cy="0"/>
          </a:xfrm>
          <a:prstGeom prst="straightConnector1"/>
          <a:noFill/>
          <a:ln w="9525" cap="flat" cmpd="sng">
            <a:solidFill>
              <a:schemeClr val="accent2"/>
            </a:solidFill>
            <a:prstDash val="dash"/>
            <a:round/>
            <a:headEnd type="none" w="sm" len="sm"/>
            <a:tailEnd type="none" w="sm" len="sm"/>
          </a:ln>
        </p:spPr>
      </p:cxnSp>
      <p:cxnSp>
        <p:nvCxnSpPr>
          <p:cNvPr id="3145729" name="Google Shape;16;p1"/>
          <p:cNvCxnSpPr>
            <a:cxnSpLocks/>
          </p:cNvCxnSpPr>
          <p:nvPr/>
        </p:nvCxnSpPr>
        <p:spPr>
          <a:xfrm>
            <a:off x="457200" y="857250"/>
            <a:ext cx="8229600" cy="0"/>
          </a:xfrm>
          <a:prstGeom prst="straightConnector1"/>
          <a:noFill/>
          <a:ln w="9525" cap="flat" cmpd="sng">
            <a:solidFill>
              <a:schemeClr val="accent2"/>
            </a:solidFill>
            <a:prstDash val="dash"/>
            <a:round/>
            <a:headEnd type="none" w="sm" len="sm"/>
            <a:tailEnd type="none" w="sm" len="sm"/>
          </a:ln>
        </p:spPr>
      </p:cxnSp>
      <p:sp>
        <p:nvSpPr>
          <p:cNvPr id="1048581" name="Google Shape;17;p1"/>
          <p:cNvSpPr/>
          <p:nvPr/>
        </p:nvSpPr>
        <p:spPr>
          <a:xfrm rot="5400000">
            <a:off x="442957" y="4835567"/>
            <a:ext cx="143137" cy="120314"/>
          </a:xfrm>
          <a:prstGeom prst="triangle">
            <a:avLst>
              <a:gd name="adj" fmla="val 50000"/>
            </a:avLst>
          </a:prstGeom>
          <a:solidFill>
            <a:schemeClr val="accent2"/>
          </a:solidFill>
          <a:ln>
            <a:noFill/>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dt="0" ftr="0" hdr="0" sldNum="1"/>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Shape 108"/>
        <p:cNvGrpSpPr/>
        <p:nvPr/>
      </p:nvGrpSpPr>
      <p:grpSpPr>
        <a:xfrm>
          <a:off x="0" y="0"/>
          <a:ext cx="0" cy="0"/>
          <a:chOff x="0" y="0"/>
          <a:chExt cx="0" cy="0"/>
        </a:xfrm>
      </p:grpSpPr>
      <p:sp>
        <p:nvSpPr>
          <p:cNvPr id="1048588" name="Google Shape;109;p13"/>
          <p:cNvSpPr txBox="1"/>
          <p:nvPr>
            <p:ph type="title"/>
          </p:nvPr>
        </p:nvSpPr>
        <p:spPr>
          <a:xfrm>
            <a:off x="0" y="1"/>
            <a:ext cx="9144000" cy="1052400"/>
          </a:xfrm>
          <a:prstGeom prst="rect"/>
          <a:solidFill>
            <a:srgbClr val="93B9C3"/>
          </a:solidFill>
          <a:ln w="9525" cap="flat" cmpd="sng">
            <a:solidFill>
              <a:schemeClr val="dk1"/>
            </a:solidFill>
            <a:prstDash val="solid"/>
            <a:round/>
            <a:headEnd type="none" w="sm" len="sm"/>
            <a:tailEnd type="none" w="sm" len="sm"/>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2800"/>
              <a:buFont typeface="Times New Roman"/>
              <a:buNone/>
            </a:pPr>
            <a:r>
              <a:rPr b="1" sz="2800" lang="en-US">
                <a:solidFill>
                  <a:schemeClr val="dk1"/>
                </a:solidFill>
                <a:latin typeface="Times New Roman"/>
                <a:ea typeface="Times New Roman"/>
                <a:cs typeface="Times New Roman"/>
                <a:sym typeface="Times New Roman"/>
              </a:rPr>
              <a:t>EGB1122 – PYTHON PROGRAMMING</a:t>
            </a:r>
            <a:br>
              <a:rPr b="1" sz="2800" lang="en-US">
                <a:solidFill>
                  <a:schemeClr val="dk1"/>
                </a:solidFill>
                <a:latin typeface="Times New Roman"/>
                <a:ea typeface="Times New Roman"/>
                <a:cs typeface="Times New Roman"/>
                <a:sym typeface="Times New Roman"/>
              </a:rPr>
            </a:br>
            <a:r>
              <a:rPr altLang="en-GB" b="1" sz="2800" lang="en-US">
                <a:solidFill>
                  <a:schemeClr val="dk1"/>
                </a:solidFill>
                <a:latin typeface="Times New Roman"/>
                <a:ea typeface="Times New Roman"/>
                <a:cs typeface="Times New Roman"/>
                <a:sym typeface="Times New Roman"/>
              </a:rPr>
              <a:t>E</a:t>
            </a:r>
            <a:r>
              <a:rPr altLang="en-GB" b="1" sz="2800" lang="en-US">
                <a:solidFill>
                  <a:schemeClr val="dk1"/>
                </a:solidFill>
                <a:latin typeface="Times New Roman"/>
                <a:ea typeface="Times New Roman"/>
                <a:cs typeface="Times New Roman"/>
                <a:sym typeface="Times New Roman"/>
              </a:rPr>
              <a:t>N</a:t>
            </a:r>
            <a:r>
              <a:rPr altLang="en-GB" b="1" sz="2800" lang="en-US">
                <a:solidFill>
                  <a:schemeClr val="dk1"/>
                </a:solidFill>
                <a:latin typeface="Times New Roman"/>
                <a:ea typeface="Times New Roman"/>
                <a:cs typeface="Times New Roman"/>
                <a:sym typeface="Times New Roman"/>
              </a:rPr>
              <a:t>D</a:t>
            </a:r>
            <a:r>
              <a:rPr altLang="en-GB" b="1" sz="2800" lang="en-US">
                <a:solidFill>
                  <a:schemeClr val="dk1"/>
                </a:solidFill>
                <a:latin typeface="Times New Roman"/>
                <a:ea typeface="Times New Roman"/>
                <a:cs typeface="Times New Roman"/>
                <a:sym typeface="Times New Roman"/>
              </a:rPr>
              <a:t> </a:t>
            </a:r>
            <a:r>
              <a:rPr altLang="en-GB" b="1" sz="2800" lang="en-US">
                <a:solidFill>
                  <a:schemeClr val="dk1"/>
                </a:solidFill>
                <a:latin typeface="Times New Roman"/>
                <a:ea typeface="Times New Roman"/>
                <a:cs typeface="Times New Roman"/>
                <a:sym typeface="Times New Roman"/>
              </a:rPr>
              <a:t>S</a:t>
            </a:r>
            <a:r>
              <a:rPr altLang="en-GB" b="1" sz="2800" lang="en-US">
                <a:solidFill>
                  <a:schemeClr val="dk1"/>
                </a:solidFill>
                <a:latin typeface="Times New Roman"/>
                <a:ea typeface="Times New Roman"/>
                <a:cs typeface="Times New Roman"/>
                <a:sym typeface="Times New Roman"/>
              </a:rPr>
              <a:t>E</a:t>
            </a:r>
            <a:r>
              <a:rPr altLang="en-GB" b="1" sz="2800" lang="en-US">
                <a:solidFill>
                  <a:schemeClr val="dk1"/>
                </a:solidFill>
                <a:latin typeface="Times New Roman"/>
                <a:ea typeface="Times New Roman"/>
                <a:cs typeface="Times New Roman"/>
                <a:sym typeface="Times New Roman"/>
              </a:rPr>
              <a:t>M</a:t>
            </a:r>
            <a:r>
              <a:rPr altLang="en-GB" b="1" sz="2800" lang="en-US">
                <a:solidFill>
                  <a:schemeClr val="dk1"/>
                </a:solidFill>
                <a:latin typeface="Times New Roman"/>
                <a:ea typeface="Times New Roman"/>
                <a:cs typeface="Times New Roman"/>
                <a:sym typeface="Times New Roman"/>
              </a:rPr>
              <a:t>E</a:t>
            </a:r>
            <a:r>
              <a:rPr altLang="en-GB" b="1" sz="2800" lang="en-US">
                <a:solidFill>
                  <a:schemeClr val="dk1"/>
                </a:solidFill>
                <a:latin typeface="Times New Roman"/>
                <a:ea typeface="Times New Roman"/>
                <a:cs typeface="Times New Roman"/>
                <a:sym typeface="Times New Roman"/>
              </a:rPr>
              <a:t>STER </a:t>
            </a:r>
            <a:r>
              <a:rPr b="1" sz="2800" lang="en-US">
                <a:solidFill>
                  <a:schemeClr val="dk1"/>
                </a:solidFill>
                <a:latin typeface="Times New Roman"/>
                <a:ea typeface="Times New Roman"/>
                <a:cs typeface="Times New Roman"/>
                <a:sym typeface="Times New Roman"/>
              </a:rPr>
              <a:t>PROJECT REVIEW</a:t>
            </a:r>
            <a:endParaRPr altLang="en-US" lang="zh-CN"/>
          </a:p>
        </p:txBody>
      </p:sp>
      <p:sp>
        <p:nvSpPr>
          <p:cNvPr id="1048589" name="Google Shape;110;p13"/>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1</a:t>
            </a:fld>
          </a:p>
        </p:txBody>
      </p:sp>
      <p:sp>
        <p:nvSpPr>
          <p:cNvPr id="1048590" name="Google Shape;111;p13"/>
          <p:cNvSpPr txBox="1"/>
          <p:nvPr/>
        </p:nvSpPr>
        <p:spPr>
          <a:xfrm rot="-120">
            <a:off x="287339" y="1170498"/>
            <a:ext cx="8569200" cy="3478800"/>
          </a:xfrm>
          <a:prstGeom prst="rect"/>
          <a:noFill/>
          <a:ln>
            <a:noFill/>
          </a:ln>
        </p:spPr>
        <p:txBody>
          <a:bodyPr anchor="b" anchorCtr="0" bIns="0" lIns="60950" rIns="60950" spcFirstLastPara="1" tIns="45700" wrap="square">
            <a:noAutofit/>
          </a:bodyPr>
          <a:p>
            <a:pPr algn="ctr" indent="0" lvl="0" marL="0" marR="0" rtl="0">
              <a:lnSpc>
                <a:spcPct val="100000"/>
              </a:lnSpc>
              <a:spcBef>
                <a:spcPts val="0"/>
              </a:spcBef>
              <a:spcAft>
                <a:spcPts val="0"/>
              </a:spcAft>
              <a:buClr>
                <a:srgbClr val="000000"/>
              </a:buClr>
              <a:buSzPts val="2400"/>
              <a:buFont typeface="Arial"/>
              <a:buNone/>
            </a:pPr>
            <a:r>
              <a:t/>
            </a:r>
            <a:endParaRPr b="1" cap="none" sz="2400" i="0" strike="noStrike" u="none">
              <a:solidFill>
                <a:srgbClr val="000000"/>
              </a:solidFill>
              <a:latin typeface="Times New Roman"/>
              <a:ea typeface="Times New Roman"/>
              <a:cs typeface="Times New Roman"/>
              <a:sym typeface="Times New Roman"/>
            </a:endParaRPr>
          </a:p>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Department of Electronics and Communication Engineering</a:t>
            </a:r>
            <a:endParaRPr b="0" cap="none" sz="2400" i="0" strike="noStrike" u="none">
              <a:solidFill>
                <a:srgbClr val="000000"/>
              </a:solidFill>
              <a:latin typeface="Arial"/>
              <a:ea typeface="Arial"/>
              <a:cs typeface="Arial"/>
              <a:sym typeface="Arial"/>
            </a:endParaRPr>
          </a:p>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Academic Year: 2024 – 2025 (Even Semester)</a:t>
            </a:r>
            <a:endParaRPr b="0" cap="none" sz="2400" i="0" strike="noStrike" u="none">
              <a:solidFill>
                <a:srgbClr val="000000"/>
              </a:solidFill>
              <a:latin typeface="Arial"/>
              <a:ea typeface="Arial"/>
              <a:cs typeface="Arial"/>
              <a:sym typeface="Arial"/>
            </a:endParaRPr>
          </a:p>
          <a:p>
            <a:pPr algn="ctr" indent="0" lvl="0" marL="0" marR="0" rtl="0">
              <a:lnSpc>
                <a:spcPct val="100000"/>
              </a:lnSpc>
              <a:spcBef>
                <a:spcPts val="0"/>
              </a:spcBef>
              <a:spcAft>
                <a:spcPts val="0"/>
              </a:spcAft>
              <a:buClr>
                <a:srgbClr val="000000"/>
              </a:buClr>
              <a:buSzPts val="2400"/>
              <a:buFont typeface="Arial"/>
              <a:buNone/>
            </a:pPr>
            <a:r>
              <a:t/>
            </a:r>
            <a:endParaRPr b="1" cap="none" sz="2400" i="0" strike="noStrike" u="none">
              <a:solidFill>
                <a:srgbClr val="000000"/>
              </a:solidFill>
              <a:latin typeface="Times New Roman"/>
              <a:ea typeface="Times New Roman"/>
              <a:cs typeface="Times New Roman"/>
              <a:sym typeface="Times New Roman"/>
            </a:endParaRPr>
          </a:p>
          <a:p>
            <a:pPr algn="l"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Register Number	: 927624BEC049</a:t>
            </a:r>
            <a:endParaRPr b="0" cap="none" sz="2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Name	                        : DINESH KUMAR.S</a:t>
            </a:r>
            <a:endParaRPr b="0" cap="none" sz="2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Year		                   : I</a:t>
            </a:r>
            <a:endParaRPr b="0" cap="none" sz="2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Semester                   : II</a:t>
            </a:r>
            <a:endParaRPr b="0" cap="none" sz="2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2400"/>
              <a:buFont typeface="Arial"/>
              <a:buNone/>
            </a:pPr>
            <a:r>
              <a:rPr b="1" cap="none" sz="2400" i="0" lang="en-US" strike="noStrike" u="none">
                <a:solidFill>
                  <a:srgbClr val="000000"/>
                </a:solidFill>
                <a:latin typeface="Times New Roman"/>
                <a:ea typeface="Times New Roman"/>
                <a:cs typeface="Times New Roman"/>
                <a:sym typeface="Times New Roman"/>
              </a:rPr>
              <a:t>Section	                    : A</a:t>
            </a:r>
            <a:endParaRPr b="1" cap="none" sz="2400" i="0" strike="noStrike" u="none">
              <a:solidFill>
                <a:srgbClr val="000000"/>
              </a:solidFill>
              <a:latin typeface="Times New Roman"/>
              <a:ea typeface="Times New Roman"/>
              <a:cs typeface="Times New Roman"/>
              <a:sym typeface="Times New Roman"/>
            </a:endParaRPr>
          </a:p>
          <a:p>
            <a:pPr algn="l" indent="0" lvl="0" marL="0" marR="0" rtl="0">
              <a:lnSpc>
                <a:spcPct val="100000"/>
              </a:lnSpc>
              <a:spcBef>
                <a:spcPts val="0"/>
              </a:spcBef>
              <a:spcAft>
                <a:spcPts val="0"/>
              </a:spcAft>
              <a:buClr>
                <a:srgbClr val="000000"/>
              </a:buClr>
              <a:buSzPts val="2400"/>
              <a:buFont typeface="Arial"/>
              <a:buNone/>
            </a:pPr>
            <a:r>
              <a:rPr b="1" sz="2400" lang="en-US">
                <a:latin typeface="Times New Roman"/>
                <a:ea typeface="Times New Roman"/>
                <a:cs typeface="Times New Roman"/>
                <a:sym typeface="Times New Roman"/>
              </a:rPr>
              <a:t>Date                            :11-06-2025</a:t>
            </a:r>
            <a:endParaRPr b="1" sz="24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1" name="Shape 115"/>
        <p:cNvGrpSpPr/>
        <p:nvPr/>
      </p:nvGrpSpPr>
      <p:grpSpPr>
        <a:xfrm>
          <a:off x="0" y="0"/>
          <a:ext cx="0" cy="0"/>
          <a:chOff x="0" y="0"/>
          <a:chExt cx="0" cy="0"/>
        </a:xfrm>
      </p:grpSpPr>
      <p:sp>
        <p:nvSpPr>
          <p:cNvPr id="1048593" name="Google Shape;116;p14"/>
          <p:cNvSpPr txBox="1"/>
          <p:nvPr>
            <p:ph type="title"/>
          </p:nvPr>
        </p:nvSpPr>
        <p:spPr>
          <a:xfrm>
            <a:off x="457200" y="171450"/>
            <a:ext cx="8229600" cy="6858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Title of the Project</a:t>
            </a:r>
            <a:endParaRPr b="1" sz="4000">
              <a:solidFill>
                <a:schemeClr val="dk1"/>
              </a:solidFill>
              <a:latin typeface="Times New Roman"/>
              <a:ea typeface="Times New Roman"/>
              <a:cs typeface="Times New Roman"/>
              <a:sym typeface="Times New Roman"/>
            </a:endParaRPr>
          </a:p>
        </p:txBody>
      </p:sp>
      <p:sp>
        <p:nvSpPr>
          <p:cNvPr id="1048594" name="Google Shape;117;p14"/>
          <p:cNvSpPr txBox="1"/>
          <p:nvPr>
            <p:ph type="ftr" idx="11"/>
          </p:nvPr>
        </p:nvSpPr>
        <p:spPr>
          <a:xfrm>
            <a:off x="2438400" y="4767263"/>
            <a:ext cx="43404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595" name="Google Shape;118;p14"/>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2</a:t>
            </a:fld>
          </a:p>
        </p:txBody>
      </p:sp>
      <p:sp>
        <p:nvSpPr>
          <p:cNvPr id="1048596" name="Google Shape;119;p14"/>
          <p:cNvSpPr txBox="1"/>
          <p:nvPr/>
        </p:nvSpPr>
        <p:spPr>
          <a:xfrm>
            <a:off x="799641" y="1271071"/>
            <a:ext cx="7772400" cy="1224600"/>
          </a:xfrm>
          <a:prstGeom prst="rect"/>
          <a:noFill/>
          <a:ln>
            <a:noFill/>
          </a:ln>
        </p:spPr>
        <p:txBody>
          <a:bodyPr anchor="b" anchorCtr="0" bIns="0" lIns="45700" rIns="45700" spcFirstLastPara="1" tIns="45700" wrap="square">
            <a:noAutofit/>
          </a:bodyPr>
          <a:p>
            <a:pPr algn="ctr" indent="0" lvl="0" marL="0" marR="0" rtl="0">
              <a:lnSpc>
                <a:spcPct val="100000"/>
              </a:lnSpc>
              <a:spcBef>
                <a:spcPts val="0"/>
              </a:spcBef>
              <a:spcAft>
                <a:spcPts val="0"/>
              </a:spcAft>
              <a:buClr>
                <a:schemeClr val="dk1"/>
              </a:buClr>
              <a:buSzPts val="2500"/>
              <a:buFont typeface="Gill Sans"/>
              <a:buNone/>
            </a:pPr>
            <a:r>
              <a:t/>
            </a:r>
            <a:endParaRPr b="1" cap="none" sz="2500" i="0" strike="noStrike" u="none">
              <a:solidFill>
                <a:srgbClr val="414141"/>
              </a:solidFill>
              <a:latin typeface="Arial"/>
              <a:ea typeface="Arial"/>
              <a:cs typeface="Arial"/>
              <a:sym typeface="Arial"/>
            </a:endParaRPr>
          </a:p>
        </p:txBody>
      </p:sp>
      <p:sp>
        <p:nvSpPr>
          <p:cNvPr id="1048597" name="Google Shape;120;p14"/>
          <p:cNvSpPr txBox="1"/>
          <p:nvPr/>
        </p:nvSpPr>
        <p:spPr>
          <a:xfrm>
            <a:off x="-4576" y="2038636"/>
            <a:ext cx="9144000" cy="386051"/>
          </a:xfrm>
          <a:prstGeom prst="rect"/>
          <a:noFill/>
          <a:ln>
            <a:noFill/>
          </a:ln>
        </p:spPr>
        <p:txBody>
          <a:bodyPr anchor="t" anchorCtr="0" bIns="91425" lIns="91425" rIns="91425" spcFirstLastPara="1" tIns="91425" wrap="square">
            <a:spAutoFit/>
          </a:bodyPr>
          <a:p>
            <a:pPr algn="l" indent="0" lvl="0" marL="0" marR="0" rtl="0">
              <a:lnSpc>
                <a:spcPct val="100000"/>
              </a:lnSpc>
              <a:spcBef>
                <a:spcPts val="0"/>
              </a:spcBef>
              <a:spcAft>
                <a:spcPts val="0"/>
              </a:spcAft>
              <a:buClr>
                <a:srgbClr val="000000"/>
              </a:buClr>
              <a:buSzPts val="2600"/>
              <a:buFont typeface="Arial"/>
              <a:buNone/>
            </a:pPr>
            <a:r>
              <a:t/>
            </a:r>
            <a:endParaRPr b="0" cap="none" sz="2600" i="0" strike="noStrike" u="none">
              <a:solidFill>
                <a:schemeClr val="dk1"/>
              </a:solidFill>
              <a:latin typeface="Gill Sans"/>
              <a:ea typeface="Gill Sans"/>
              <a:cs typeface="Gill Sans"/>
              <a:sym typeface="Gill Sans"/>
            </a:endParaRPr>
          </a:p>
        </p:txBody>
      </p:sp>
      <p:sp>
        <p:nvSpPr>
          <p:cNvPr id="1048598" name="Google Shape;121;p14"/>
          <p:cNvSpPr txBox="1"/>
          <p:nvPr/>
        </p:nvSpPr>
        <p:spPr>
          <a:xfrm>
            <a:off x="-800542" y="1532993"/>
            <a:ext cx="10972800" cy="3610500"/>
          </a:xfrm>
          <a:prstGeom prst="rect"/>
          <a:noFill/>
          <a:ln>
            <a:noFill/>
          </a:ln>
        </p:spPr>
        <p:txBody>
          <a:bodyPr anchor="t" anchorCtr="0" bIns="45700" lIns="0" rIns="0" spcFirstLastPara="1" tIns="45700" wrap="square">
            <a:normAutofit/>
          </a:bodyPr>
          <a:p>
            <a:pPr algn="ctr" indent="0" lvl="0" marL="91440" marR="0" rtl="0">
              <a:lnSpc>
                <a:spcPct val="90000"/>
              </a:lnSpc>
              <a:spcBef>
                <a:spcPts val="0"/>
              </a:spcBef>
              <a:spcAft>
                <a:spcPts val="0"/>
              </a:spcAft>
              <a:buClr>
                <a:srgbClr val="000000"/>
              </a:buClr>
              <a:buSzPts val="3600"/>
              <a:buFont typeface="Arial"/>
              <a:buNone/>
            </a:pPr>
            <a:r>
              <a:t/>
            </a:r>
            <a:endParaRPr b="0" cap="none" sz="3600" i="0" strike="noStrike" u="none">
              <a:solidFill>
                <a:srgbClr val="3F3F3F"/>
              </a:solidFill>
              <a:latin typeface="Calibri"/>
              <a:ea typeface="Calibri"/>
              <a:cs typeface="Calibri"/>
              <a:sym typeface="Calibri"/>
            </a:endParaRPr>
          </a:p>
          <a:p>
            <a:pPr algn="ctr" indent="-228600" lvl="0" marL="91440" marR="0" rtl="0">
              <a:lnSpc>
                <a:spcPct val="90000"/>
              </a:lnSpc>
              <a:spcBef>
                <a:spcPts val="1400"/>
              </a:spcBef>
              <a:spcAft>
                <a:spcPts val="0"/>
              </a:spcAft>
              <a:buClr>
                <a:srgbClr val="9DBFBE"/>
              </a:buClr>
              <a:buSzPts val="3600"/>
              <a:buFont typeface="Calibri"/>
              <a:buChar char=" "/>
            </a:pPr>
            <a:r>
              <a:rPr b="0" cap="none" sz="3600" i="0" lang="en-US" strike="noStrike" u="none">
                <a:solidFill>
                  <a:srgbClr val="3F3F3F"/>
                </a:solidFill>
                <a:latin typeface="Calibri"/>
                <a:ea typeface="Calibri"/>
                <a:cs typeface="Calibri"/>
                <a:sym typeface="Calibri"/>
              </a:rPr>
              <a:t>Movie Ticket Booking System </a:t>
            </a:r>
            <a:endParaRPr b="0" cap="none" sz="3600" i="0" strike="noStrike" u="none">
              <a:solidFill>
                <a:srgbClr val="3F3F3F"/>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5" name="Shape 125"/>
        <p:cNvGrpSpPr/>
        <p:nvPr/>
      </p:nvGrpSpPr>
      <p:grpSpPr>
        <a:xfrm>
          <a:off x="0" y="0"/>
          <a:ext cx="0" cy="0"/>
          <a:chOff x="0" y="0"/>
          <a:chExt cx="0" cy="0"/>
        </a:xfrm>
      </p:grpSpPr>
      <p:sp>
        <p:nvSpPr>
          <p:cNvPr id="1048606" name="Google Shape;126;p15"/>
          <p:cNvSpPr txBox="1"/>
          <p:nvPr>
            <p:ph type="title"/>
          </p:nvPr>
        </p:nvSpPr>
        <p:spPr>
          <a:xfrm>
            <a:off x="457200" y="209550"/>
            <a:ext cx="8229600" cy="6096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Abstract</a:t>
            </a:r>
            <a:r>
              <a:rPr lang="en-US">
                <a:solidFill>
                  <a:schemeClr val="dk1"/>
                </a:solidFill>
                <a:latin typeface="Times New Roman"/>
                <a:ea typeface="Times New Roman"/>
                <a:cs typeface="Times New Roman"/>
                <a:sym typeface="Times New Roman"/>
              </a:rPr>
              <a:t> </a:t>
            </a:r>
            <a:endParaRPr sz="4000">
              <a:solidFill>
                <a:schemeClr val="dk1"/>
              </a:solidFill>
              <a:latin typeface="Times New Roman"/>
              <a:ea typeface="Times New Roman"/>
              <a:cs typeface="Times New Roman"/>
              <a:sym typeface="Times New Roman"/>
            </a:endParaRPr>
          </a:p>
        </p:txBody>
      </p:sp>
      <p:sp>
        <p:nvSpPr>
          <p:cNvPr id="1048607" name="Google Shape;127;p15"/>
          <p:cNvSpPr txBox="1"/>
          <p:nvPr>
            <p:ph type="ftr" idx="11"/>
          </p:nvPr>
        </p:nvSpPr>
        <p:spPr>
          <a:xfrm>
            <a:off x="2438400" y="4767263"/>
            <a:ext cx="42672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08" name="Google Shape;128;p15"/>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3</a:t>
            </a:fld>
          </a:p>
        </p:txBody>
      </p:sp>
      <p:sp>
        <p:nvSpPr>
          <p:cNvPr id="1048609" name="Google Shape;129;p15"/>
          <p:cNvSpPr txBox="1"/>
          <p:nvPr/>
        </p:nvSpPr>
        <p:spPr>
          <a:xfrm>
            <a:off x="612650" y="1325900"/>
            <a:ext cx="7686600" cy="2491700"/>
          </a:xfrm>
          <a:prstGeom prst="rect"/>
          <a:noFill/>
          <a:ln>
            <a:noFill/>
          </a:ln>
        </p:spPr>
        <p:txBody>
          <a:bodyPr anchor="ctr" anchorCtr="0" bIns="45700" lIns="91425" rIns="91425" spcFirstLastPara="1" tIns="45700" wrap="square">
            <a:spAutoFit/>
          </a:bodyPr>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The system enables:</a:t>
            </a:r>
            <a:endParaRPr b="0" cap="none" sz="1800" i="0" strike="noStrike" u="none">
              <a:solidFill>
                <a:srgbClr val="3F3F3F"/>
              </a:solidFill>
              <a:latin typeface="Calibri"/>
              <a:ea typeface="Calibri"/>
              <a:cs typeface="Calibri"/>
              <a:sym typeface="Calibri"/>
            </a:endParaRPr>
          </a:p>
          <a:p>
            <a:pPr algn="l" indent="-114300" lvl="1" marL="292608"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Viewing currently available movies</a:t>
            </a:r>
            <a:endParaRPr b="0" cap="none" sz="1800" i="0" strike="noStrike" u="none">
              <a:solidFill>
                <a:srgbClr val="3F3F3F"/>
              </a:solidFill>
              <a:latin typeface="Calibri"/>
              <a:ea typeface="Calibri"/>
              <a:cs typeface="Calibri"/>
              <a:sym typeface="Calibri"/>
            </a:endParaRPr>
          </a:p>
          <a:p>
            <a:pPr algn="l" indent="-114300" lvl="1" marL="292608"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Selecting preferred showtimes</a:t>
            </a:r>
            <a:endParaRPr b="0" cap="none" sz="1800" i="0" strike="noStrike" u="none">
              <a:solidFill>
                <a:srgbClr val="3F3F3F"/>
              </a:solidFill>
              <a:latin typeface="Calibri"/>
              <a:ea typeface="Calibri"/>
              <a:cs typeface="Calibri"/>
              <a:sym typeface="Calibri"/>
            </a:endParaRPr>
          </a:p>
          <a:p>
            <a:pPr algn="l" indent="-114300" lvl="1" marL="292608"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Choosing seats and booking tickets</a:t>
            </a:r>
            <a:endParaRPr b="0" cap="none" sz="1800" i="0" strike="noStrike" u="none">
              <a:solidFill>
                <a:srgbClr val="3F3F3F"/>
              </a:solidFill>
              <a:latin typeface="Calibri"/>
              <a:ea typeface="Calibri"/>
              <a:cs typeface="Calibri"/>
              <a:sym typeface="Calibri"/>
            </a:endParaRPr>
          </a:p>
          <a:p>
            <a:pPr algn="l" indent="-114300" lvl="1" marL="292608"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Cancelling or modifying reservations</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Designed using </a:t>
            </a:r>
            <a:r>
              <a:rPr b="1" cap="none" sz="1800" i="0" lang="en-US" strike="noStrike" u="none">
                <a:solidFill>
                  <a:srgbClr val="000000"/>
                </a:solidFill>
                <a:latin typeface="Arial"/>
                <a:ea typeface="Arial"/>
                <a:cs typeface="Arial"/>
                <a:sym typeface="Arial"/>
              </a:rPr>
              <a:t>Python</a:t>
            </a:r>
            <a:r>
              <a:rPr b="0" cap="none" sz="1800" i="0" lang="en-US" strike="noStrike" u="none">
                <a:solidFill>
                  <a:srgbClr val="000000"/>
                </a:solidFill>
                <a:latin typeface="Arial"/>
                <a:ea typeface="Arial"/>
                <a:cs typeface="Arial"/>
                <a:sym typeface="Arial"/>
              </a:rPr>
              <a:t>, the application utilizes </a:t>
            </a:r>
            <a:r>
              <a:rPr b="1" cap="none" sz="1800" i="0" lang="en-US" strike="noStrike" u="none">
                <a:solidFill>
                  <a:srgbClr val="000000"/>
                </a:solidFill>
                <a:latin typeface="Arial"/>
                <a:ea typeface="Arial"/>
                <a:cs typeface="Arial"/>
                <a:sym typeface="Arial"/>
              </a:rPr>
              <a:t>functions, lists, dictionaries, and file handling</a:t>
            </a:r>
            <a:r>
              <a:rPr b="0" cap="none" sz="1800" i="0" lang="en-US" strike="noStrike" u="none">
                <a:solidFill>
                  <a:srgbClr val="000000"/>
                </a:solidFill>
                <a:latin typeface="Arial"/>
                <a:ea typeface="Arial"/>
                <a:cs typeface="Arial"/>
                <a:sym typeface="Arial"/>
              </a:rPr>
              <a:t> to simulate a mini booking engine.</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Aimed at providing a </a:t>
            </a:r>
            <a:r>
              <a:rPr b="1" cap="none" sz="1800" i="0" lang="en-US" strike="noStrike" u="none">
                <a:solidFill>
                  <a:srgbClr val="000000"/>
                </a:solidFill>
                <a:latin typeface="Arial"/>
                <a:ea typeface="Arial"/>
                <a:cs typeface="Arial"/>
                <a:sym typeface="Arial"/>
              </a:rPr>
              <a:t>simple, user-friendly experience</a:t>
            </a:r>
            <a:r>
              <a:rPr b="0" cap="none" sz="1800" i="0" lang="en-US" strike="noStrike" u="none">
                <a:solidFill>
                  <a:srgbClr val="000000"/>
                </a:solidFill>
                <a:latin typeface="Arial"/>
                <a:ea typeface="Arial"/>
                <a:cs typeface="Arial"/>
                <a:sym typeface="Arial"/>
              </a:rPr>
              <a:t> through the command line.</a:t>
            </a:r>
            <a:endParaRPr b="0" cap="none" sz="1800" i="0" strike="noStrike" u="none">
              <a:solidFill>
                <a:srgbClr val="3F3F3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8" name="Shape 133"/>
        <p:cNvGrpSpPr/>
        <p:nvPr/>
      </p:nvGrpSpPr>
      <p:grpSpPr>
        <a:xfrm>
          <a:off x="0" y="0"/>
          <a:ext cx="0" cy="0"/>
          <a:chOff x="0" y="0"/>
          <a:chExt cx="0" cy="0"/>
        </a:xfrm>
      </p:grpSpPr>
      <p:sp>
        <p:nvSpPr>
          <p:cNvPr id="1048612" name="Google Shape;134;p16"/>
          <p:cNvSpPr txBox="1"/>
          <p:nvPr>
            <p:ph type="title"/>
          </p:nvPr>
        </p:nvSpPr>
        <p:spPr>
          <a:xfrm>
            <a:off x="685800" y="171450"/>
            <a:ext cx="8001000" cy="495300"/>
          </a:xfrm>
          <a:prstGeom prst="rect"/>
          <a:solidFill>
            <a:srgbClr val="93B9C3"/>
          </a:solidFill>
          <a:ln>
            <a:noFill/>
          </a:ln>
        </p:spPr>
        <p:txBody>
          <a:bodyPr anchor="b" anchorCtr="0" bIns="45700" lIns="91425" rIns="91425" spcFirstLastPara="1" tIns="45700" wrap="square">
            <a:no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Abstract with CO/PO Mapping</a:t>
            </a:r>
            <a:endParaRPr b="1" sz="4000">
              <a:solidFill>
                <a:schemeClr val="dk1"/>
              </a:solidFill>
              <a:latin typeface="Times New Roman"/>
              <a:ea typeface="Times New Roman"/>
              <a:cs typeface="Times New Roman"/>
              <a:sym typeface="Times New Roman"/>
            </a:endParaRPr>
          </a:p>
        </p:txBody>
      </p:sp>
      <p:sp>
        <p:nvSpPr>
          <p:cNvPr id="1048613" name="Google Shape;135;p16"/>
          <p:cNvSpPr txBox="1"/>
          <p:nvPr>
            <p:ph type="ftr" idx="11"/>
          </p:nvPr>
        </p:nvSpPr>
        <p:spPr>
          <a:xfrm>
            <a:off x="2362200" y="4767263"/>
            <a:ext cx="45720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14" name="Google Shape;136;p16"/>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4</a:t>
            </a:fld>
          </a:p>
        </p:txBody>
      </p:sp>
      <p:sp>
        <p:nvSpPr>
          <p:cNvPr id="1048615" name="Google Shape;137;p16"/>
          <p:cNvSpPr txBox="1"/>
          <p:nvPr/>
        </p:nvSpPr>
        <p:spPr>
          <a:xfrm>
            <a:off x="799641" y="1271071"/>
            <a:ext cx="7772400" cy="1224600"/>
          </a:xfrm>
          <a:prstGeom prst="rect"/>
          <a:noFill/>
          <a:ln>
            <a:noFill/>
          </a:ln>
        </p:spPr>
        <p:txBody>
          <a:bodyPr anchor="b" anchorCtr="0" bIns="0" lIns="45700" rIns="45700" spcFirstLastPara="1" tIns="45700" wrap="square">
            <a:noAutofit/>
          </a:bodyPr>
          <a:p>
            <a:pPr algn="ctr" indent="0" lvl="0" marL="0" marR="0" rtl="0">
              <a:lnSpc>
                <a:spcPct val="100000"/>
              </a:lnSpc>
              <a:spcBef>
                <a:spcPts val="0"/>
              </a:spcBef>
              <a:spcAft>
                <a:spcPts val="0"/>
              </a:spcAft>
              <a:buClr>
                <a:schemeClr val="dk1"/>
              </a:buClr>
              <a:buSzPts val="2500"/>
              <a:buFont typeface="Gill Sans"/>
              <a:buNone/>
            </a:pPr>
            <a:r>
              <a:t/>
            </a:r>
            <a:endParaRPr b="1" cap="none" sz="2500" i="0" strike="noStrike" u="none">
              <a:solidFill>
                <a:srgbClr val="414141"/>
              </a:solidFill>
              <a:latin typeface="Arial"/>
              <a:ea typeface="Arial"/>
              <a:cs typeface="Arial"/>
              <a:sym typeface="Arial"/>
            </a:endParaRPr>
          </a:p>
        </p:txBody>
      </p:sp>
      <p:graphicFrame>
        <p:nvGraphicFramePr>
          <p:cNvPr id="4194304" name="Google Shape;138;p16"/>
          <p:cNvGraphicFramePr>
            <a:graphicFrameLocks/>
          </p:cNvGraphicFramePr>
          <p:nvPr/>
        </p:nvGraphicFramePr>
        <p:xfrm>
          <a:off x="533400" y="1123950"/>
          <a:ext cx="3000000" cy="3000000"/>
        </p:xfrm>
        <a:graphic>
          <a:graphicData uri="http://schemas.openxmlformats.org/drawingml/2006/table">
            <a:tbl>
              <a:tblPr firstRow="1" bandRow="1">
                <a:noFill/>
                <a:tableStyleId>{9582B16A-9D86-4226-A171-74BBE444D9A0}</a:tableStyleId>
              </a:tblPr>
              <a:tblGrid>
                <a:gridCol w="5715000"/>
                <a:gridCol w="838200"/>
                <a:gridCol w="914400"/>
                <a:gridCol w="685800"/>
              </a:tblGrid>
              <a:tr h="438725">
                <a:tc>
                  <a:txBody>
                    <a:bodyPr/>
                    <a:p>
                      <a:pPr algn="ctr" indent="0" lvl="0" marL="0" marR="0" rtl="0">
                        <a:lnSpc>
                          <a:spcPct val="100000"/>
                        </a:lnSpc>
                        <a:spcBef>
                          <a:spcPts val="0"/>
                        </a:spcBef>
                        <a:spcAft>
                          <a:spcPts val="0"/>
                        </a:spcAft>
                        <a:buClr>
                          <a:schemeClr val="dk1"/>
                        </a:buClr>
                        <a:buSzPts val="1800"/>
                        <a:buFont typeface="Times New Roman"/>
                        <a:buNone/>
                      </a:pPr>
                      <a:r>
                        <a:rPr cap="none" sz="1800" lang="en-US" strike="noStrike" u="none">
                          <a:solidFill>
                            <a:schemeClr val="dk1"/>
                          </a:solidFill>
                          <a:latin typeface="Times New Roman"/>
                          <a:ea typeface="Times New Roman"/>
                          <a:cs typeface="Times New Roman"/>
                          <a:sym typeface="Times New Roman"/>
                        </a:rPr>
                        <a:t>Abstract</a:t>
                      </a:r>
                      <a:endParaRPr cap="none" sz="1800" strike="noStrike" u="none"/>
                    </a:p>
                  </a:txBody>
                  <a:tcPr marL="91450" marR="91450" marT="45725" marB="45725">
                    <a:lnB w="12700" cap="flat" cmpd="sng">
                      <a:solidFill>
                        <a:srgbClr val="FFFFFF"/>
                      </a:solidFill>
                      <a:prstDash val="solid"/>
                      <a:round/>
                      <a:headEnd type="none" w="sm" len="sm"/>
                      <a:tailEnd type="none" w="sm" len="sm"/>
                    </a:lnB>
                    <a:solidFill>
                      <a:schemeClr val="lt2"/>
                    </a:solidFill>
                  </a:tcPr>
                </a:tc>
                <a:tc>
                  <a:txBody>
                    <a:bodyPr/>
                    <a:p>
                      <a:pPr algn="ctr" indent="0" lvl="0" marL="0" marR="0" rtl="0">
                        <a:lnSpc>
                          <a:spcPct val="100000"/>
                        </a:lnSpc>
                        <a:spcBef>
                          <a:spcPts val="0"/>
                        </a:spcBef>
                        <a:spcAft>
                          <a:spcPts val="0"/>
                        </a:spcAft>
                        <a:buClr>
                          <a:schemeClr val="dk1"/>
                        </a:buClr>
                        <a:buSzPts val="1800"/>
                        <a:buFont typeface="Times New Roman"/>
                        <a:buNone/>
                      </a:pPr>
                      <a:r>
                        <a:rPr cap="none" sz="1800" lang="en-US" strike="noStrike" u="none">
                          <a:solidFill>
                            <a:schemeClr val="dk1"/>
                          </a:solidFill>
                          <a:latin typeface="Times New Roman"/>
                          <a:ea typeface="Times New Roman"/>
                          <a:cs typeface="Times New Roman"/>
                          <a:sym typeface="Times New Roman"/>
                        </a:rPr>
                        <a:t>CO</a:t>
                      </a:r>
                      <a:endParaRPr cap="none" sz="1800" strike="noStrike" u="none"/>
                    </a:p>
                  </a:txBody>
                  <a:tcPr marL="91450" marR="91450" marT="45725" marB="45725">
                    <a:solidFill>
                      <a:schemeClr val="lt2"/>
                    </a:solidFill>
                  </a:tcPr>
                </a:tc>
                <a:tc>
                  <a:txBody>
                    <a:bodyPr/>
                    <a:p>
                      <a:pPr algn="ctr" indent="0" lvl="0" marL="0" marR="0" rtl="0">
                        <a:lnSpc>
                          <a:spcPct val="100000"/>
                        </a:lnSpc>
                        <a:spcBef>
                          <a:spcPts val="0"/>
                        </a:spcBef>
                        <a:spcAft>
                          <a:spcPts val="0"/>
                        </a:spcAft>
                        <a:buClr>
                          <a:schemeClr val="dk1"/>
                        </a:buClr>
                        <a:buSzPts val="1800"/>
                        <a:buFont typeface="Times New Roman"/>
                        <a:buNone/>
                      </a:pPr>
                      <a:r>
                        <a:rPr cap="none" sz="1800" lang="en-US" strike="noStrike" u="none">
                          <a:solidFill>
                            <a:schemeClr val="dk1"/>
                          </a:solidFill>
                          <a:latin typeface="Times New Roman"/>
                          <a:ea typeface="Times New Roman"/>
                          <a:cs typeface="Times New Roman"/>
                          <a:sym typeface="Times New Roman"/>
                        </a:rPr>
                        <a:t>POs</a:t>
                      </a:r>
                      <a:endParaRPr cap="none" sz="1800" strike="noStrike" u="none"/>
                    </a:p>
                  </a:txBody>
                  <a:tcPr marL="91450" marR="91450" marT="45725" marB="45725">
                    <a:solidFill>
                      <a:schemeClr val="lt2"/>
                    </a:solidFill>
                  </a:tcPr>
                </a:tc>
                <a:tc>
                  <a:txBody>
                    <a:bodyPr/>
                    <a:p>
                      <a:pPr algn="ctr" indent="0" lvl="0" marL="0" marR="0" rtl="0">
                        <a:lnSpc>
                          <a:spcPct val="100000"/>
                        </a:lnSpc>
                        <a:spcBef>
                          <a:spcPts val="0"/>
                        </a:spcBef>
                        <a:spcAft>
                          <a:spcPts val="0"/>
                        </a:spcAft>
                        <a:buClr>
                          <a:schemeClr val="dk1"/>
                        </a:buClr>
                        <a:buSzPts val="1800"/>
                        <a:buFont typeface="Times New Roman"/>
                        <a:buNone/>
                      </a:pPr>
                      <a:r>
                        <a:rPr cap="none" sz="1800" lang="en-US" strike="noStrike" u="none">
                          <a:solidFill>
                            <a:schemeClr val="dk1"/>
                          </a:solidFill>
                          <a:latin typeface="Times New Roman"/>
                          <a:ea typeface="Times New Roman"/>
                          <a:cs typeface="Times New Roman"/>
                          <a:sym typeface="Times New Roman"/>
                        </a:rPr>
                        <a:t>PSO</a:t>
                      </a:r>
                      <a:endParaRPr cap="none" sz="1800" strike="noStrike" u="none"/>
                    </a:p>
                  </a:txBody>
                  <a:tcPr marL="91450" marR="91450" marT="45725" marB="45725">
                    <a:solidFill>
                      <a:schemeClr val="lt2"/>
                    </a:solidFill>
                  </a:tcPr>
                </a:tc>
              </a:tr>
              <a:tr h="2799775">
                <a:tc>
                  <a:txBody>
                    <a:bodyPr/>
                    <a:p>
                      <a:pPr algn="l" indent="0" lvl="0" marL="0" marR="0" rtl="0">
                        <a:lnSpc>
                          <a:spcPct val="100000"/>
                        </a:lnSpc>
                        <a:spcBef>
                          <a:spcPts val="0"/>
                        </a:spcBef>
                        <a:spcAft>
                          <a:spcPts val="0"/>
                        </a:spcAft>
                        <a:buClr>
                          <a:schemeClr val="dk1"/>
                        </a:buClr>
                        <a:buSzPts val="1800"/>
                        <a:buFont typeface="Gill Sans"/>
                        <a:buNone/>
                      </a:pPr>
                      <a:r>
                        <a:rPr cap="none" sz="1800" lang="en-US" strike="noStrike" u="none"/>
                        <a:t>The system enables:</a:t>
                      </a:r>
                      <a:endParaRPr cap="none" sz="1800" strike="noStrike" u="none"/>
                    </a:p>
                    <a:p>
                      <a:pPr algn="l" indent="-304800" lvl="1" marL="800100" marR="0" rtl="0">
                        <a:lnSpc>
                          <a:spcPct val="100000"/>
                        </a:lnSpc>
                        <a:spcBef>
                          <a:spcPts val="0"/>
                        </a:spcBef>
                        <a:spcAft>
                          <a:spcPts val="0"/>
                        </a:spcAft>
                        <a:buClr>
                          <a:srgbClr val="000000"/>
                        </a:buClr>
                        <a:buSzPts val="1800"/>
                        <a:buFont typeface="Arial"/>
                        <a:buChar char="•"/>
                      </a:pPr>
                      <a:r>
                        <a:rPr cap="none" sz="1800" lang="en-US" strike="noStrike" u="none"/>
                        <a:t>Viewing currently available movies</a:t>
                      </a:r>
                      <a:endParaRPr cap="none" sz="1800" strike="noStrike" u="none"/>
                    </a:p>
                    <a:p>
                      <a:pPr algn="l" indent="-304800" lvl="1" marL="800100" marR="0" rtl="0">
                        <a:lnSpc>
                          <a:spcPct val="100000"/>
                        </a:lnSpc>
                        <a:spcBef>
                          <a:spcPts val="0"/>
                        </a:spcBef>
                        <a:spcAft>
                          <a:spcPts val="0"/>
                        </a:spcAft>
                        <a:buClr>
                          <a:srgbClr val="000000"/>
                        </a:buClr>
                        <a:buSzPts val="1800"/>
                        <a:buFont typeface="Arial"/>
                        <a:buChar char="•"/>
                      </a:pPr>
                      <a:r>
                        <a:rPr cap="none" sz="1800" lang="en-US" strike="noStrike" u="none"/>
                        <a:t>Selecting preferred showtimes</a:t>
                      </a:r>
                      <a:endParaRPr cap="none" sz="1800" strike="noStrike" u="none"/>
                    </a:p>
                    <a:p>
                      <a:pPr algn="l" indent="-304800" lvl="1" marL="800100" marR="0" rtl="0">
                        <a:lnSpc>
                          <a:spcPct val="100000"/>
                        </a:lnSpc>
                        <a:spcBef>
                          <a:spcPts val="0"/>
                        </a:spcBef>
                        <a:spcAft>
                          <a:spcPts val="0"/>
                        </a:spcAft>
                        <a:buClr>
                          <a:srgbClr val="000000"/>
                        </a:buClr>
                        <a:buSzPts val="1800"/>
                        <a:buFont typeface="Arial"/>
                        <a:buChar char="•"/>
                      </a:pPr>
                      <a:r>
                        <a:rPr cap="none" sz="1800" lang="en-US" strike="noStrike" u="none"/>
                        <a:t>Choosing seats and booking tickets</a:t>
                      </a:r>
                      <a:endParaRPr cap="none" sz="1800" strike="noStrike" u="none"/>
                    </a:p>
                    <a:p>
                      <a:pPr algn="l" indent="-304800" lvl="1" marL="800100" marR="0" rtl="0">
                        <a:lnSpc>
                          <a:spcPct val="100000"/>
                        </a:lnSpc>
                        <a:spcBef>
                          <a:spcPts val="0"/>
                        </a:spcBef>
                        <a:spcAft>
                          <a:spcPts val="0"/>
                        </a:spcAft>
                        <a:buClr>
                          <a:srgbClr val="000000"/>
                        </a:buClr>
                        <a:buSzPts val="1800"/>
                        <a:buFont typeface="Arial"/>
                        <a:buChar char="•"/>
                      </a:pPr>
                      <a:r>
                        <a:rPr cap="none" sz="1800" lang="en-US" strike="noStrike" u="none"/>
                        <a:t>Cancelling or modifying reservations</a:t>
                      </a:r>
                      <a:endParaRPr cap="none" sz="18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t>Designed using </a:t>
                      </a:r>
                      <a:r>
                        <a:rPr b="1" cap="none" sz="1800" lang="en-US" strike="noStrike" u="none"/>
                        <a:t>Python</a:t>
                      </a:r>
                      <a:r>
                        <a:rPr cap="none" sz="1800" lang="en-US" strike="noStrike" u="none"/>
                        <a:t>, the application utilizes </a:t>
                      </a:r>
                      <a:r>
                        <a:rPr b="1" cap="none" sz="1800" lang="en-US" strike="noStrike" u="none"/>
                        <a:t>functions, lists, dictionaries, and file handling</a:t>
                      </a:r>
                      <a:r>
                        <a:rPr cap="none" sz="1800" lang="en-US" strike="noStrike" u="none"/>
                        <a:t> to simulate a mini booking engine.</a:t>
                      </a:r>
                      <a:endParaRPr cap="none" sz="18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t>Aimed at providing a </a:t>
                      </a:r>
                      <a:r>
                        <a:rPr b="1" cap="none" sz="1800" lang="en-US" strike="noStrike" u="none"/>
                        <a:t>simple, user-friendly experience</a:t>
                      </a:r>
                      <a:r>
                        <a:rPr cap="none" sz="1800" lang="en-US" strike="noStrike" u="none"/>
                        <a:t> through the command line.</a:t>
                      </a:r>
                      <a:endParaRPr cap="none" sz="1800" strike="noStrike" u="none"/>
                    </a:p>
                    <a:p>
                      <a:pPr algn="l" indent="0" lvl="0" marL="0" marR="0" rtl="0">
                        <a:lnSpc>
                          <a:spcPct val="100000"/>
                        </a:lnSpc>
                        <a:spcBef>
                          <a:spcPts val="0"/>
                        </a:spcBef>
                        <a:spcAft>
                          <a:spcPts val="0"/>
                        </a:spcAft>
                        <a:buClr>
                          <a:schemeClr val="dk1"/>
                        </a:buClr>
                        <a:buSzPts val="1800"/>
                        <a:buFont typeface="Gill Sans"/>
                        <a:buNone/>
                      </a:pPr>
                      <a:r>
                        <a:t/>
                      </a:r>
                      <a:endParaRPr cap="none" sz="1800" strike="noStrike" u="none">
                        <a:solidFill>
                          <a:srgbClr val="000000"/>
                        </a:solidFill>
                        <a:latin typeface="Times New Roman"/>
                        <a:ea typeface="Times New Roman"/>
                        <a:cs typeface="Times New Roman"/>
                        <a:sym typeface="Times New Roman"/>
                      </a:endParaRPr>
                    </a:p>
                  </a:txBody>
                  <a:tcPr marL="121925" marR="121925" marT="60950" marB="6095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chemeClr val="lt2"/>
                    </a:solidFill>
                  </a:tcPr>
                </a:tc>
                <a:tc>
                  <a:txBody>
                    <a:bodyPr/>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CO1</a:t>
                      </a:r>
                      <a:endParaRPr cap="none" sz="14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CO2</a:t>
                      </a:r>
                      <a:endParaRPr cap="none" sz="1800" strike="noStrike" u="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solidFill>
                      <a:schemeClr val="lt2"/>
                    </a:solidFill>
                  </a:tcPr>
                </a:tc>
                <a:tc>
                  <a:txBody>
                    <a:bodyPr/>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PO9</a:t>
                      </a:r>
                      <a:endParaRPr cap="none" sz="14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PO10</a:t>
                      </a:r>
                      <a:endParaRPr cap="none" sz="14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PO11</a:t>
                      </a:r>
                      <a:endParaRPr cap="none" sz="14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PO12</a:t>
                      </a:r>
                      <a:endParaRPr cap="none" sz="1400" strike="noStrike" u="none"/>
                    </a:p>
                    <a:p>
                      <a:pPr algn="l" indent="0" lvl="0" marL="0" marR="0" rtl="0">
                        <a:lnSpc>
                          <a:spcPct val="100000"/>
                        </a:lnSpc>
                        <a:spcBef>
                          <a:spcPts val="0"/>
                        </a:spcBef>
                        <a:spcAft>
                          <a:spcPts val="0"/>
                        </a:spcAft>
                        <a:buClr>
                          <a:schemeClr val="dk1"/>
                        </a:buClr>
                        <a:buSzPts val="1800"/>
                        <a:buFont typeface="Gill Sans"/>
                        <a:buNone/>
                      </a:pPr>
                      <a:r>
                        <a:t/>
                      </a:r>
                      <a:endParaRPr cap="none" sz="1800" strike="noStrike" u="none">
                        <a:solidFill>
                          <a:schemeClr val="dk1"/>
                        </a:solidFill>
                        <a:latin typeface="Times New Roman"/>
                        <a:ea typeface="Times New Roman"/>
                        <a:cs typeface="Times New Roman"/>
                        <a:sym typeface="Times New Roman"/>
                      </a:endParaRPr>
                    </a:p>
                  </a:txBody>
                  <a:tcPr marL="91450" marR="91450" marT="45725" marB="45725">
                    <a:solidFill>
                      <a:schemeClr val="lt2"/>
                    </a:solidFill>
                  </a:tcPr>
                </a:tc>
                <a:tc>
                  <a:txBody>
                    <a:bodyPr/>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PSO1</a:t>
                      </a:r>
                      <a:endParaRPr cap="none" sz="1400" strike="noStrike" u="none"/>
                    </a:p>
                    <a:p>
                      <a:pPr algn="l" indent="0" lvl="0" marL="0" marR="0" rtl="0">
                        <a:lnSpc>
                          <a:spcPct val="100000"/>
                        </a:lnSpc>
                        <a:spcBef>
                          <a:spcPts val="0"/>
                        </a:spcBef>
                        <a:spcAft>
                          <a:spcPts val="0"/>
                        </a:spcAft>
                        <a:buClr>
                          <a:schemeClr val="dk1"/>
                        </a:buClr>
                        <a:buSzPts val="1800"/>
                        <a:buFont typeface="Gill Sans"/>
                        <a:buNone/>
                      </a:pPr>
                      <a:r>
                        <a:rPr cap="none" sz="1800" lang="en-US" strike="noStrike" u="none">
                          <a:solidFill>
                            <a:schemeClr val="dk1"/>
                          </a:solidFill>
                          <a:latin typeface="Times New Roman"/>
                          <a:ea typeface="Times New Roman"/>
                          <a:cs typeface="Times New Roman"/>
                          <a:sym typeface="Times New Roman"/>
                        </a:rPr>
                        <a:t>PSO2</a:t>
                      </a:r>
                      <a:endParaRPr cap="none" sz="1800" strike="noStrike" u="none">
                        <a:solidFill>
                          <a:schemeClr val="dk1"/>
                        </a:solidFill>
                        <a:latin typeface="Times New Roman"/>
                        <a:ea typeface="Times New Roman"/>
                        <a:cs typeface="Times New Roman"/>
                        <a:sym typeface="Times New Roman"/>
                      </a:endParaRPr>
                    </a:p>
                  </a:txBody>
                  <a:tcPr marL="91450" marR="91450" marT="45725" marB="45725">
                    <a:solidFill>
                      <a:schemeClr val="lt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1" name="Shape 142"/>
        <p:cNvGrpSpPr/>
        <p:nvPr/>
      </p:nvGrpSpPr>
      <p:grpSpPr>
        <a:xfrm>
          <a:off x="0" y="0"/>
          <a:ext cx="0" cy="0"/>
          <a:chOff x="0" y="0"/>
          <a:chExt cx="0" cy="0"/>
        </a:xfrm>
      </p:grpSpPr>
      <p:sp>
        <p:nvSpPr>
          <p:cNvPr id="1048618" name="Google Shape;143;p17"/>
          <p:cNvSpPr txBox="1"/>
          <p:nvPr>
            <p:ph type="title"/>
          </p:nvPr>
        </p:nvSpPr>
        <p:spPr>
          <a:xfrm>
            <a:off x="457200" y="285750"/>
            <a:ext cx="8229600" cy="457200"/>
          </a:xfrm>
          <a:prstGeom prst="rect"/>
          <a:solidFill>
            <a:srgbClr val="93B9C3"/>
          </a:solidFill>
          <a:ln>
            <a:noFill/>
          </a:ln>
        </p:spPr>
        <p:txBody>
          <a:bodyPr anchor="b" anchorCtr="0" bIns="45700" lIns="91425" rIns="91425" spcFirstLastPara="1" tIns="45700" wrap="square">
            <a:no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Introduction</a:t>
            </a:r>
            <a:endParaRPr b="1" sz="4000">
              <a:solidFill>
                <a:schemeClr val="dk1"/>
              </a:solidFill>
              <a:latin typeface="Times New Roman"/>
              <a:ea typeface="Times New Roman"/>
              <a:cs typeface="Times New Roman"/>
              <a:sym typeface="Times New Roman"/>
            </a:endParaRPr>
          </a:p>
        </p:txBody>
      </p:sp>
      <p:sp>
        <p:nvSpPr>
          <p:cNvPr id="1048619" name="Google Shape;144;p17"/>
          <p:cNvSpPr txBox="1"/>
          <p:nvPr>
            <p:ph type="ftr" idx="11"/>
          </p:nvPr>
        </p:nvSpPr>
        <p:spPr>
          <a:xfrm>
            <a:off x="2362200" y="4767263"/>
            <a:ext cx="44958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20" name="Google Shape;145;p17"/>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5</a:t>
            </a:fld>
          </a:p>
        </p:txBody>
      </p:sp>
      <p:sp>
        <p:nvSpPr>
          <p:cNvPr id="1048621" name="Google Shape;146;p17"/>
          <p:cNvSpPr txBox="1"/>
          <p:nvPr/>
        </p:nvSpPr>
        <p:spPr>
          <a:xfrm>
            <a:off x="612650" y="1220000"/>
            <a:ext cx="7617000" cy="2386500"/>
          </a:xfrm>
          <a:prstGeom prst="rect"/>
          <a:noFill/>
          <a:ln>
            <a:noFill/>
          </a:ln>
        </p:spPr>
        <p:txBody>
          <a:bodyPr anchor="t" anchorCtr="0" bIns="45700" lIns="0" rIns="0" spcFirstLastPara="1" tIns="45700" wrap="square">
            <a:noAutofit/>
          </a:bodyPr>
          <a:p>
            <a:pPr algn="l" indent="-114300" lvl="0" marL="91440" marR="0" rtl="0">
              <a:lnSpc>
                <a:spcPct val="90000"/>
              </a:lnSpc>
              <a:spcBef>
                <a:spcPts val="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The </a:t>
            </a:r>
            <a:r>
              <a:rPr b="1" cap="none" sz="1800" i="0" lang="en-US" strike="noStrike" u="none">
                <a:solidFill>
                  <a:srgbClr val="3F3F3F"/>
                </a:solidFill>
                <a:latin typeface="Calibri"/>
                <a:ea typeface="Calibri"/>
                <a:cs typeface="Calibri"/>
                <a:sym typeface="Calibri"/>
              </a:rPr>
              <a:t>Movie Ticket Booking System</a:t>
            </a:r>
            <a:r>
              <a:rPr b="0" cap="none" sz="1800" i="0" lang="en-US" strike="noStrike" u="none">
                <a:solidFill>
                  <a:srgbClr val="3F3F3F"/>
                </a:solidFill>
                <a:latin typeface="Calibri"/>
                <a:ea typeface="Calibri"/>
                <a:cs typeface="Calibri"/>
                <a:sym typeface="Calibri"/>
              </a:rPr>
              <a:t> is a console-based Python application that allows users to book movie tickets from a list of available shows.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It simplifies the process of selecting movies, viewing showtimes, and reserving seats.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The project mimics real-life booking platforms like BookMyShow, focusing on </a:t>
            </a:r>
            <a:r>
              <a:rPr b="1" cap="none" sz="1800" i="0" lang="en-US" strike="noStrike" u="none">
                <a:solidFill>
                  <a:srgbClr val="3F3F3F"/>
                </a:solidFill>
                <a:latin typeface="Calibri"/>
                <a:ea typeface="Calibri"/>
                <a:cs typeface="Calibri"/>
                <a:sym typeface="Calibri"/>
              </a:rPr>
              <a:t>data handling</a:t>
            </a:r>
            <a:r>
              <a:rPr b="0" cap="none" sz="1800" i="0" lang="en-US" strike="noStrike" u="none">
                <a:solidFill>
                  <a:srgbClr val="3F3F3F"/>
                </a:solidFill>
                <a:latin typeface="Calibri"/>
                <a:ea typeface="Calibri"/>
                <a:cs typeface="Calibri"/>
                <a:sym typeface="Calibri"/>
              </a:rPr>
              <a:t>, </a:t>
            </a:r>
            <a:r>
              <a:rPr b="1" cap="none" sz="1800" i="0" lang="en-US" strike="noStrike" u="none">
                <a:solidFill>
                  <a:srgbClr val="3F3F3F"/>
                </a:solidFill>
                <a:latin typeface="Calibri"/>
                <a:ea typeface="Calibri"/>
                <a:cs typeface="Calibri"/>
                <a:sym typeface="Calibri"/>
              </a:rPr>
              <a:t>user interaction</a:t>
            </a:r>
            <a:r>
              <a:rPr b="0" cap="none" sz="1800" i="0" lang="en-US" strike="noStrike" u="none">
                <a:solidFill>
                  <a:srgbClr val="3F3F3F"/>
                </a:solidFill>
                <a:latin typeface="Calibri"/>
                <a:ea typeface="Calibri"/>
                <a:cs typeface="Calibri"/>
                <a:sym typeface="Calibri"/>
              </a:rPr>
              <a:t>, and </a:t>
            </a:r>
            <a:r>
              <a:rPr b="1" cap="none" sz="1800" i="0" lang="en-US" strike="noStrike" u="none">
                <a:solidFill>
                  <a:srgbClr val="3F3F3F"/>
                </a:solidFill>
                <a:latin typeface="Calibri"/>
                <a:ea typeface="Calibri"/>
                <a:cs typeface="Calibri"/>
                <a:sym typeface="Calibri"/>
              </a:rPr>
              <a:t>modular code design</a:t>
            </a:r>
            <a:r>
              <a:rPr b="0" cap="none" sz="1800" i="0" lang="en-US" strike="noStrike" u="none">
                <a:solidFill>
                  <a:srgbClr val="3F3F3F"/>
                </a:solidFill>
                <a:latin typeface="Calibri"/>
                <a:ea typeface="Calibri"/>
                <a:cs typeface="Calibri"/>
                <a:sym typeface="Calibri"/>
              </a:rPr>
              <a:t>.</a:t>
            </a:r>
            <a:endParaRPr b="0" cap="none" sz="1800" i="0" strike="noStrike" u="none">
              <a:solidFill>
                <a:srgbClr val="3F3F3F"/>
              </a:solidFill>
              <a:latin typeface="Calibri"/>
              <a:ea typeface="Calibri"/>
              <a:cs typeface="Calibri"/>
              <a:sym typeface="Calibri"/>
            </a:endParaRPr>
          </a:p>
          <a:p>
            <a:pPr algn="l" indent="0" lvl="0" marL="91440" marR="0" rtl="0">
              <a:lnSpc>
                <a:spcPct val="90000"/>
              </a:lnSpc>
              <a:spcBef>
                <a:spcPts val="1400"/>
              </a:spcBef>
              <a:spcAft>
                <a:spcPts val="0"/>
              </a:spcAft>
              <a:buClr>
                <a:srgbClr val="000000"/>
              </a:buClr>
              <a:buSzPts val="1800"/>
              <a:buFont typeface="Arial"/>
              <a:buNone/>
            </a:pPr>
            <a:r>
              <a:t/>
            </a:r>
            <a:endParaRPr b="0" cap="none" sz="1800" i="0" strike="noStrike" u="none">
              <a:solidFill>
                <a:srgbClr val="3F3F3F"/>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4" name="Shape 150"/>
        <p:cNvGrpSpPr/>
        <p:nvPr/>
      </p:nvGrpSpPr>
      <p:grpSpPr>
        <a:xfrm>
          <a:off x="0" y="0"/>
          <a:ext cx="0" cy="0"/>
          <a:chOff x="0" y="0"/>
          <a:chExt cx="0" cy="0"/>
        </a:xfrm>
      </p:grpSpPr>
      <p:sp>
        <p:nvSpPr>
          <p:cNvPr id="1048624" name="Google Shape;151;p18"/>
          <p:cNvSpPr txBox="1"/>
          <p:nvPr>
            <p:ph type="title"/>
          </p:nvPr>
        </p:nvSpPr>
        <p:spPr>
          <a:xfrm>
            <a:off x="457200" y="11430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Python Programming  - Concepts Used</a:t>
            </a:r>
            <a:endParaRPr b="1" sz="4000">
              <a:solidFill>
                <a:schemeClr val="dk1"/>
              </a:solidFill>
              <a:latin typeface="Times New Roman"/>
              <a:ea typeface="Times New Roman"/>
              <a:cs typeface="Times New Roman"/>
              <a:sym typeface="Times New Roman"/>
            </a:endParaRPr>
          </a:p>
        </p:txBody>
      </p:sp>
      <p:sp>
        <p:nvSpPr>
          <p:cNvPr id="1048625" name="Google Shape;152;p18"/>
          <p:cNvSpPr txBox="1"/>
          <p:nvPr>
            <p:ph type="ftr" idx="11"/>
          </p:nvPr>
        </p:nvSpPr>
        <p:spPr>
          <a:xfrm>
            <a:off x="2133600" y="4767263"/>
            <a:ext cx="44166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26" name="Google Shape;153;p18"/>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6</a:t>
            </a:fld>
          </a:p>
        </p:txBody>
      </p:sp>
      <p:sp>
        <p:nvSpPr>
          <p:cNvPr id="1048627" name="Google Shape;154;p18"/>
          <p:cNvSpPr txBox="1"/>
          <p:nvPr/>
        </p:nvSpPr>
        <p:spPr>
          <a:xfrm>
            <a:off x="457200" y="1410357"/>
            <a:ext cx="9144000" cy="4023300"/>
          </a:xfrm>
          <a:prstGeom prst="rect"/>
          <a:noFill/>
          <a:ln>
            <a:noFill/>
          </a:ln>
        </p:spPr>
        <p:txBody>
          <a:bodyPr anchor="t" anchorCtr="0" bIns="45700" lIns="0" rIns="0" spcFirstLastPara="1" tIns="45700" wrap="square">
            <a:noAutofit/>
          </a:bodyPr>
          <a:p>
            <a:pPr algn="l" indent="-114300" lvl="0" marL="91440" marR="0" rtl="0">
              <a:lnSpc>
                <a:spcPct val="90000"/>
              </a:lnSpc>
              <a:spcBef>
                <a:spcPts val="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Functions</a:t>
            </a:r>
            <a:r>
              <a:rPr b="0" cap="none" sz="1800" i="0" lang="en-US" strike="noStrike" u="none">
                <a:solidFill>
                  <a:srgbClr val="3F3F3F"/>
                </a:solidFill>
                <a:latin typeface="Calibri"/>
                <a:ea typeface="Calibri"/>
                <a:cs typeface="Calibri"/>
                <a:sym typeface="Calibri"/>
              </a:rPr>
              <a:t>: To modularize actions like booking, canceling, and viewing.</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Lists &amp; Dictionaries</a:t>
            </a:r>
            <a:r>
              <a:rPr b="0" cap="none" sz="1800" i="0" lang="en-US" strike="noStrike" u="none">
                <a:solidFill>
                  <a:srgbClr val="3F3F3F"/>
                </a:solidFill>
                <a:latin typeface="Calibri"/>
                <a:ea typeface="Calibri"/>
                <a:cs typeface="Calibri"/>
                <a:sym typeface="Calibri"/>
              </a:rPr>
              <a:t>: To store movie info, seating availability, and bookings.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Conditional Statements</a:t>
            </a:r>
            <a:r>
              <a:rPr b="0" cap="none" sz="1800" i="0" lang="en-US" strike="noStrike" u="none">
                <a:solidFill>
                  <a:srgbClr val="3F3F3F"/>
                </a:solidFill>
                <a:latin typeface="Calibri"/>
                <a:ea typeface="Calibri"/>
                <a:cs typeface="Calibri"/>
                <a:sym typeface="Calibri"/>
              </a:rPr>
              <a:t>: Handle user inputs, validations, and flow control.</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Loops</a:t>
            </a:r>
            <a:r>
              <a:rPr b="0" cap="none" sz="1800" i="0" lang="en-US" strike="noStrike" u="none">
                <a:solidFill>
                  <a:srgbClr val="3F3F3F"/>
                </a:solidFill>
                <a:latin typeface="Calibri"/>
                <a:ea typeface="Calibri"/>
                <a:cs typeface="Calibri"/>
                <a:sym typeface="Calibri"/>
              </a:rPr>
              <a:t>: For menu navigation, booking iterations, and error checking.</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File Handling</a:t>
            </a:r>
            <a:r>
              <a:rPr b="0" cap="none" sz="1800" i="0" lang="en-US" strike="noStrike" u="none">
                <a:solidFill>
                  <a:srgbClr val="3F3F3F"/>
                </a:solidFill>
                <a:latin typeface="Calibri"/>
                <a:ea typeface="Calibri"/>
                <a:cs typeface="Calibri"/>
                <a:sym typeface="Calibri"/>
              </a:rPr>
              <a:t>: Optional use for storing booking records or show info persistently.</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Exception Handling</a:t>
            </a:r>
            <a:r>
              <a:rPr b="0" cap="none" sz="1800" i="0" lang="en-US" strike="noStrike" u="none">
                <a:solidFill>
                  <a:srgbClr val="3F3F3F"/>
                </a:solidFill>
                <a:latin typeface="Calibri"/>
                <a:ea typeface="Calibri"/>
                <a:cs typeface="Calibri"/>
                <a:sym typeface="Calibri"/>
              </a:rPr>
              <a:t>: To manage invalid inputs and errors gracefully.</a:t>
            </a:r>
            <a:endParaRPr b="0" cap="none" sz="1800" i="0" strike="noStrike" u="none">
              <a:solidFill>
                <a:srgbClr val="3F3F3F"/>
              </a:solidFill>
              <a:latin typeface="Calibri"/>
              <a:ea typeface="Calibri"/>
              <a:cs typeface="Calibri"/>
              <a:sym typeface="Calibri"/>
            </a:endParaRPr>
          </a:p>
          <a:p>
            <a:pPr algn="l" indent="0" lvl="0" marL="91440" marR="0" rtl="0">
              <a:lnSpc>
                <a:spcPct val="90000"/>
              </a:lnSpc>
              <a:spcBef>
                <a:spcPts val="1400"/>
              </a:spcBef>
              <a:spcAft>
                <a:spcPts val="0"/>
              </a:spcAft>
              <a:buClr>
                <a:srgbClr val="000000"/>
              </a:buClr>
              <a:buSzPts val="1800"/>
              <a:buFont typeface="Arial"/>
              <a:buNone/>
            </a:pPr>
            <a:r>
              <a:t/>
            </a:r>
            <a:endParaRPr b="0" cap="none" sz="1800" i="0" strike="noStrike" u="none">
              <a:solidFill>
                <a:srgbClr val="3F3F3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7" name="Shape 158"/>
        <p:cNvGrpSpPr/>
        <p:nvPr/>
      </p:nvGrpSpPr>
      <p:grpSpPr>
        <a:xfrm>
          <a:off x="0" y="0"/>
          <a:ext cx="0" cy="0"/>
          <a:chOff x="0" y="0"/>
          <a:chExt cx="0" cy="0"/>
        </a:xfrm>
      </p:grpSpPr>
      <p:sp>
        <p:nvSpPr>
          <p:cNvPr id="1048630" name="Google Shape;159;p19"/>
          <p:cNvSpPr txBox="1"/>
          <p:nvPr>
            <p:ph type="title"/>
          </p:nvPr>
        </p:nvSpPr>
        <p:spPr>
          <a:xfrm>
            <a:off x="381000" y="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Proposed Architecture</a:t>
            </a:r>
            <a:endParaRPr b="1" sz="4000">
              <a:solidFill>
                <a:schemeClr val="dk1"/>
              </a:solidFill>
              <a:latin typeface="Times New Roman"/>
              <a:ea typeface="Times New Roman"/>
              <a:cs typeface="Times New Roman"/>
              <a:sym typeface="Times New Roman"/>
            </a:endParaRPr>
          </a:p>
        </p:txBody>
      </p:sp>
      <p:sp>
        <p:nvSpPr>
          <p:cNvPr id="1048631" name="Google Shape;160;p19"/>
          <p:cNvSpPr txBox="1"/>
          <p:nvPr>
            <p:ph type="ftr" idx="11"/>
          </p:nvPr>
        </p:nvSpPr>
        <p:spPr>
          <a:xfrm>
            <a:off x="2169070" y="4790113"/>
            <a:ext cx="4264200" cy="2286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32" name="Google Shape;161;p19"/>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7</a:t>
            </a:fld>
          </a:p>
        </p:txBody>
      </p:sp>
      <p:sp>
        <p:nvSpPr>
          <p:cNvPr id="1048633" name="Google Shape;162;p19"/>
          <p:cNvSpPr txBox="1"/>
          <p:nvPr/>
        </p:nvSpPr>
        <p:spPr>
          <a:xfrm>
            <a:off x="3288413" y="574650"/>
            <a:ext cx="3873600" cy="3840450"/>
          </a:xfrm>
          <a:prstGeom prst="rect"/>
          <a:noFill/>
          <a:ln>
            <a:noFill/>
          </a:ln>
        </p:spPr>
        <p:txBody>
          <a:bodyPr anchor="t" anchorCtr="0" bIns="91425" lIns="91425" rIns="91425" spcFirstLastPara="1" tIns="91425" wrap="square">
            <a:spAutoFit/>
          </a:bodyPr>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User Login/Register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v</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Movie Selection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v</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Show Timing &amp; Seats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v</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 Booking Confirmation|</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t>
            </a:r>
            <a:endParaRPr b="0" cap="none" sz="1400" i="0" strike="noStrike" u="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0" name="Shape 166"/>
        <p:cNvGrpSpPr/>
        <p:nvPr/>
      </p:nvGrpSpPr>
      <p:grpSpPr>
        <a:xfrm>
          <a:off x="0" y="0"/>
          <a:ext cx="0" cy="0"/>
          <a:chOff x="0" y="0"/>
          <a:chExt cx="0" cy="0"/>
        </a:xfrm>
      </p:grpSpPr>
      <p:sp>
        <p:nvSpPr>
          <p:cNvPr id="1048636" name="Google Shape;167;p20"/>
          <p:cNvSpPr txBox="1"/>
          <p:nvPr>
            <p:ph type="title"/>
          </p:nvPr>
        </p:nvSpPr>
        <p:spPr>
          <a:xfrm>
            <a:off x="457200" y="11430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Proposed Architecture - Description</a:t>
            </a:r>
            <a:endParaRPr b="1" sz="4000">
              <a:solidFill>
                <a:schemeClr val="dk1"/>
              </a:solidFill>
              <a:latin typeface="Times New Roman"/>
              <a:ea typeface="Times New Roman"/>
              <a:cs typeface="Times New Roman"/>
              <a:sym typeface="Times New Roman"/>
            </a:endParaRPr>
          </a:p>
        </p:txBody>
      </p:sp>
      <p:sp>
        <p:nvSpPr>
          <p:cNvPr id="1048637" name="Google Shape;168;p20"/>
          <p:cNvSpPr txBox="1"/>
          <p:nvPr>
            <p:ph type="ftr" idx="11"/>
          </p:nvPr>
        </p:nvSpPr>
        <p:spPr>
          <a:xfrm>
            <a:off x="2667000" y="4767263"/>
            <a:ext cx="42672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38" name="Google Shape;169;p20"/>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8</a:t>
            </a:fld>
          </a:p>
        </p:txBody>
      </p:sp>
      <p:sp>
        <p:nvSpPr>
          <p:cNvPr id="1048639" name="Google Shape;170;p20"/>
          <p:cNvSpPr txBox="1"/>
          <p:nvPr/>
        </p:nvSpPr>
        <p:spPr>
          <a:xfrm>
            <a:off x="612655" y="1120209"/>
            <a:ext cx="10058400" cy="4023300"/>
          </a:xfrm>
          <a:prstGeom prst="rect"/>
          <a:noFill/>
          <a:ln>
            <a:noFill/>
          </a:ln>
        </p:spPr>
        <p:txBody>
          <a:bodyPr anchor="t" anchorCtr="0" bIns="45700" lIns="0" rIns="0" spcFirstLastPara="1" tIns="45700" wrap="square">
            <a:noAutofit/>
          </a:bodyPr>
          <a:p>
            <a:pPr algn="l" indent="-114300" lvl="0" marL="91440" marR="0" rtl="0">
              <a:lnSpc>
                <a:spcPct val="90000"/>
              </a:lnSpc>
              <a:spcBef>
                <a:spcPts val="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User Interface Layer</a:t>
            </a:r>
            <a:r>
              <a:rPr b="0" cap="none" sz="1800" i="0" lang="en-US" strike="noStrike" u="none">
                <a:solidFill>
                  <a:srgbClr val="3F3F3F"/>
                </a:solidFill>
                <a:latin typeface="Calibri"/>
                <a:ea typeface="Calibri"/>
                <a:cs typeface="Calibri"/>
                <a:sym typeface="Calibri"/>
              </a:rPr>
              <a:t>:</a:t>
            </a:r>
            <a:endParaRPr b="0" cap="none" sz="1800" i="0" strike="noStrike" u="none">
              <a:solidFill>
                <a:srgbClr val="3F3F3F"/>
              </a:solidFill>
              <a:latin typeface="Calibri"/>
              <a:ea typeface="Calibri"/>
              <a:cs typeface="Calibri"/>
              <a:sym typeface="Calibri"/>
            </a:endParaRPr>
          </a:p>
          <a:p>
            <a:pPr algn="l" indent="-273050" lvl="1" marL="742950" marR="0" rtl="0">
              <a:lnSpc>
                <a:spcPct val="90000"/>
              </a:lnSpc>
              <a:spcBef>
                <a:spcPts val="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Displays menu and captures user inputs.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6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Movie Manager Module</a:t>
            </a:r>
            <a:r>
              <a:rPr b="0" cap="none" sz="1800" i="0" lang="en-US" strike="noStrike" u="none">
                <a:solidFill>
                  <a:srgbClr val="3F3F3F"/>
                </a:solidFill>
                <a:latin typeface="Calibri"/>
                <a:ea typeface="Calibri"/>
                <a:cs typeface="Calibri"/>
                <a:sym typeface="Calibri"/>
              </a:rPr>
              <a:t>:</a:t>
            </a:r>
            <a:endParaRPr b="0" cap="none" sz="1800" i="0" strike="noStrike" u="none">
              <a:solidFill>
                <a:srgbClr val="3F3F3F"/>
              </a:solidFill>
              <a:latin typeface="Calibri"/>
              <a:ea typeface="Calibri"/>
              <a:cs typeface="Calibri"/>
              <a:sym typeface="Calibri"/>
            </a:endParaRPr>
          </a:p>
          <a:p>
            <a:pPr algn="l" indent="-273050" lvl="1" marL="742950" marR="0" rtl="0">
              <a:lnSpc>
                <a:spcPct val="90000"/>
              </a:lnSpc>
              <a:spcBef>
                <a:spcPts val="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Manages list of available movies and showtimes.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6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Seat Manager Module</a:t>
            </a:r>
            <a:r>
              <a:rPr b="0" cap="none" sz="1800" i="0" lang="en-US" strike="noStrike" u="none">
                <a:solidFill>
                  <a:srgbClr val="3F3F3F"/>
                </a:solidFill>
                <a:latin typeface="Calibri"/>
                <a:ea typeface="Calibri"/>
                <a:cs typeface="Calibri"/>
                <a:sym typeface="Calibri"/>
              </a:rPr>
              <a:t>:</a:t>
            </a:r>
            <a:endParaRPr b="0" cap="none" sz="1800" i="0" strike="noStrike" u="none">
              <a:solidFill>
                <a:srgbClr val="3F3F3F"/>
              </a:solidFill>
              <a:latin typeface="Calibri"/>
              <a:ea typeface="Calibri"/>
              <a:cs typeface="Calibri"/>
              <a:sym typeface="Calibri"/>
            </a:endParaRPr>
          </a:p>
          <a:p>
            <a:pPr algn="l" indent="-273050" lvl="1" marL="742950" marR="0" rtl="0">
              <a:lnSpc>
                <a:spcPct val="90000"/>
              </a:lnSpc>
              <a:spcBef>
                <a:spcPts val="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Handles seat availability, layout, and updates.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6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Booking Engine</a:t>
            </a:r>
            <a:r>
              <a:rPr b="0" cap="none" sz="1800" i="0" lang="en-US" strike="noStrike" u="none">
                <a:solidFill>
                  <a:srgbClr val="3F3F3F"/>
                </a:solidFill>
                <a:latin typeface="Calibri"/>
                <a:ea typeface="Calibri"/>
                <a:cs typeface="Calibri"/>
                <a:sym typeface="Calibri"/>
              </a:rPr>
              <a:t>:</a:t>
            </a:r>
            <a:endParaRPr b="0" cap="none" sz="1800" i="0" strike="noStrike" u="none">
              <a:solidFill>
                <a:srgbClr val="3F3F3F"/>
              </a:solidFill>
              <a:latin typeface="Calibri"/>
              <a:ea typeface="Calibri"/>
              <a:cs typeface="Calibri"/>
              <a:sym typeface="Calibri"/>
            </a:endParaRPr>
          </a:p>
          <a:p>
            <a:pPr algn="l" indent="-273050" lvl="1" marL="742950" marR="0" rtl="0">
              <a:lnSpc>
                <a:spcPct val="90000"/>
              </a:lnSpc>
              <a:spcBef>
                <a:spcPts val="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Confirms reservations, cancels bookings, and generates tickets.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600"/>
              </a:spcBef>
              <a:spcAft>
                <a:spcPts val="0"/>
              </a:spcAft>
              <a:buClr>
                <a:srgbClr val="9DBFBE"/>
              </a:buClr>
              <a:buSzPts val="1800"/>
              <a:buFont typeface="Arial"/>
              <a:buChar char="•"/>
            </a:pPr>
            <a:r>
              <a:rPr b="1" cap="none" sz="1800" i="0" lang="en-US" strike="noStrike" u="none">
                <a:solidFill>
                  <a:srgbClr val="3F3F3F"/>
                </a:solidFill>
                <a:latin typeface="Calibri"/>
                <a:ea typeface="Calibri"/>
                <a:cs typeface="Calibri"/>
                <a:sym typeface="Calibri"/>
              </a:rPr>
              <a:t>Storage Handler (optional)</a:t>
            </a:r>
            <a:r>
              <a:rPr b="0" cap="none" sz="1800" i="0" lang="en-US" strike="noStrike" u="none">
                <a:solidFill>
                  <a:srgbClr val="3F3F3F"/>
                </a:solidFill>
                <a:latin typeface="Calibri"/>
                <a:ea typeface="Calibri"/>
                <a:cs typeface="Calibri"/>
                <a:sym typeface="Calibri"/>
              </a:rPr>
              <a:t>:</a:t>
            </a:r>
            <a:endParaRPr b="0" cap="none" sz="1800" i="0" strike="noStrike" u="none">
              <a:solidFill>
                <a:srgbClr val="3F3F3F"/>
              </a:solidFill>
              <a:latin typeface="Calibri"/>
              <a:ea typeface="Calibri"/>
              <a:cs typeface="Calibri"/>
              <a:sym typeface="Calibri"/>
            </a:endParaRPr>
          </a:p>
          <a:p>
            <a:pPr algn="l" indent="-273050" lvl="1" marL="742950" marR="0" rtl="0">
              <a:lnSpc>
                <a:spcPct val="90000"/>
              </a:lnSpc>
              <a:spcBef>
                <a:spcPts val="400"/>
              </a:spcBef>
              <a:spcAft>
                <a:spcPts val="0"/>
              </a:spcAft>
              <a:buClr>
                <a:srgbClr val="9DBFBE"/>
              </a:buClr>
              <a:buSzPts val="1800"/>
              <a:buFont typeface="Arial"/>
              <a:buChar char="•"/>
            </a:pPr>
            <a:r>
              <a:rPr b="0" cap="none" sz="1800" i="0" lang="en-US" strike="noStrike" u="none">
                <a:solidFill>
                  <a:srgbClr val="3F3F3F"/>
                </a:solidFill>
                <a:latin typeface="Calibri"/>
                <a:ea typeface="Calibri"/>
                <a:cs typeface="Calibri"/>
                <a:sym typeface="Calibri"/>
              </a:rPr>
              <a:t>Saves ticket info to files for persistence.</a:t>
            </a:r>
            <a:endParaRPr b="0" cap="none" sz="1800" i="0" strike="noStrike" u="none">
              <a:solidFill>
                <a:srgbClr val="3F3F3F"/>
              </a:solidFill>
              <a:latin typeface="Calibri"/>
              <a:ea typeface="Calibri"/>
              <a:cs typeface="Calibri"/>
              <a:sym typeface="Calibri"/>
            </a:endParaRPr>
          </a:p>
          <a:p>
            <a:pPr algn="l" indent="0" lvl="0" marL="91440" marR="0" rtl="0">
              <a:lnSpc>
                <a:spcPct val="90000"/>
              </a:lnSpc>
              <a:spcBef>
                <a:spcPts val="1600"/>
              </a:spcBef>
              <a:spcAft>
                <a:spcPts val="0"/>
              </a:spcAft>
              <a:buClr>
                <a:srgbClr val="000000"/>
              </a:buClr>
              <a:buSzPts val="1800"/>
              <a:buFont typeface="Arial"/>
              <a:buNone/>
            </a:pPr>
            <a:r>
              <a:t/>
            </a:r>
            <a:endParaRPr b="0" cap="none" sz="1800" i="0" strike="noStrike" u="none">
              <a:solidFill>
                <a:srgbClr val="3F3F3F"/>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3" name="Shape 174"/>
        <p:cNvGrpSpPr/>
        <p:nvPr/>
      </p:nvGrpSpPr>
      <p:grpSpPr>
        <a:xfrm>
          <a:off x="0" y="0"/>
          <a:ext cx="0" cy="0"/>
          <a:chOff x="0" y="0"/>
          <a:chExt cx="0" cy="0"/>
        </a:xfrm>
      </p:grpSpPr>
      <p:sp>
        <p:nvSpPr>
          <p:cNvPr id="1048642" name="Google Shape;175;p21"/>
          <p:cNvSpPr txBox="1"/>
          <p:nvPr>
            <p:ph type="title"/>
          </p:nvPr>
        </p:nvSpPr>
        <p:spPr>
          <a:xfrm>
            <a:off x="457200" y="11430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List of Modules</a:t>
            </a:r>
          </a:p>
        </p:txBody>
      </p:sp>
      <p:sp>
        <p:nvSpPr>
          <p:cNvPr id="1048643" name="Google Shape;176;p21"/>
          <p:cNvSpPr txBox="1"/>
          <p:nvPr>
            <p:ph type="ftr" idx="11"/>
          </p:nvPr>
        </p:nvSpPr>
        <p:spPr>
          <a:xfrm>
            <a:off x="2819400" y="4767263"/>
            <a:ext cx="4343400" cy="376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44" name="Google Shape;177;p21"/>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9</a:t>
            </a:fld>
          </a:p>
        </p:txBody>
      </p:sp>
      <p:sp>
        <p:nvSpPr>
          <p:cNvPr id="1048645" name="Google Shape;178;p21"/>
          <p:cNvSpPr txBox="1"/>
          <p:nvPr/>
        </p:nvSpPr>
        <p:spPr>
          <a:xfrm>
            <a:off x="612650" y="1360275"/>
            <a:ext cx="10058400" cy="2904000"/>
          </a:xfrm>
          <a:prstGeom prst="rect"/>
          <a:noFill/>
          <a:ln>
            <a:noFill/>
          </a:ln>
        </p:spPr>
        <p:txBody>
          <a:bodyPr anchor="t" anchorCtr="0" bIns="45700" lIns="0" rIns="0" spcFirstLastPara="1" tIns="45700" wrap="square">
            <a:noAutofit/>
          </a:bodyPr>
          <a:p>
            <a:pPr algn="l" indent="-114300" lvl="0" marL="91440" marR="0" rtl="0">
              <a:lnSpc>
                <a:spcPct val="90000"/>
              </a:lnSpc>
              <a:spcBef>
                <a:spcPts val="0"/>
              </a:spcBef>
              <a:spcAft>
                <a:spcPts val="0"/>
              </a:spcAft>
              <a:buClr>
                <a:srgbClr val="9DBFBE"/>
              </a:buClr>
              <a:buSzPts val="1800"/>
              <a:buFont typeface="Calibri"/>
              <a:buAutoNum type="arabicPeriod"/>
            </a:pPr>
            <a:r>
              <a:rPr b="1" cap="none" sz="1800" i="0" lang="en-US" strike="noStrike" u="none">
                <a:solidFill>
                  <a:srgbClr val="3F3F3F"/>
                </a:solidFill>
                <a:latin typeface="Calibri"/>
                <a:ea typeface="Calibri"/>
                <a:cs typeface="Calibri"/>
                <a:sym typeface="Calibri"/>
              </a:rPr>
              <a:t>main.py</a:t>
            </a:r>
            <a:r>
              <a:rPr b="0" cap="none" sz="1800" i="0" lang="en-US" strike="noStrike" u="none">
                <a:solidFill>
                  <a:srgbClr val="3F3F3F"/>
                </a:solidFill>
                <a:latin typeface="Calibri"/>
                <a:ea typeface="Calibri"/>
                <a:cs typeface="Calibri"/>
                <a:sym typeface="Calibri"/>
              </a:rPr>
              <a:t> – The entry point for the application.</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Calibri"/>
              <a:buAutoNum type="arabicPeriod"/>
            </a:pPr>
            <a:r>
              <a:rPr b="1" cap="none" sz="1800" i="0" lang="en-US" strike="noStrike" u="none">
                <a:solidFill>
                  <a:srgbClr val="3F3F3F"/>
                </a:solidFill>
                <a:latin typeface="Calibri"/>
                <a:ea typeface="Calibri"/>
                <a:cs typeface="Calibri"/>
                <a:sym typeface="Calibri"/>
              </a:rPr>
              <a:t>movies.py</a:t>
            </a:r>
            <a:r>
              <a:rPr b="0" cap="none" sz="1800" i="0" lang="en-US" strike="noStrike" u="none">
                <a:solidFill>
                  <a:srgbClr val="3F3F3F"/>
                </a:solidFill>
                <a:latin typeface="Calibri"/>
                <a:ea typeface="Calibri"/>
                <a:cs typeface="Calibri"/>
                <a:sym typeface="Calibri"/>
              </a:rPr>
              <a:t> – Manages movies and showtimes.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Calibri"/>
              <a:buAutoNum type="arabicPeriod"/>
            </a:pPr>
            <a:r>
              <a:rPr b="1" cap="none" sz="1800" i="0" lang="en-US" strike="noStrike" u="none">
                <a:solidFill>
                  <a:srgbClr val="3F3F3F"/>
                </a:solidFill>
                <a:latin typeface="Calibri"/>
                <a:ea typeface="Calibri"/>
                <a:cs typeface="Calibri"/>
                <a:sym typeface="Calibri"/>
              </a:rPr>
              <a:t>booking.py</a:t>
            </a:r>
            <a:r>
              <a:rPr b="0" cap="none" sz="1800" i="0" lang="en-US" strike="noStrike" u="none">
                <a:solidFill>
                  <a:srgbClr val="3F3F3F"/>
                </a:solidFill>
                <a:latin typeface="Calibri"/>
                <a:ea typeface="Calibri"/>
                <a:cs typeface="Calibri"/>
                <a:sym typeface="Calibri"/>
              </a:rPr>
              <a:t> – Core logic for seat selection and ticket confirmation.</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Calibri"/>
              <a:buAutoNum type="arabicPeriod"/>
            </a:pPr>
            <a:r>
              <a:rPr b="1" cap="none" sz="1800" i="0" lang="en-US" strike="noStrike" u="none">
                <a:solidFill>
                  <a:srgbClr val="3F3F3F"/>
                </a:solidFill>
                <a:latin typeface="Calibri"/>
                <a:ea typeface="Calibri"/>
                <a:cs typeface="Calibri"/>
                <a:sym typeface="Calibri"/>
              </a:rPr>
              <a:t>seats.py</a:t>
            </a:r>
            <a:r>
              <a:rPr b="0" cap="none" sz="1800" i="0" lang="en-US" strike="noStrike" u="none">
                <a:solidFill>
                  <a:srgbClr val="3F3F3F"/>
                </a:solidFill>
                <a:latin typeface="Calibri"/>
                <a:ea typeface="Calibri"/>
                <a:cs typeface="Calibri"/>
                <a:sym typeface="Calibri"/>
              </a:rPr>
              <a:t> – Manages seat layout and status updates.</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Calibri"/>
              <a:buAutoNum type="arabicPeriod"/>
            </a:pPr>
            <a:r>
              <a:rPr b="1" cap="none" sz="1800" i="0" lang="en-US" strike="noStrike" u="none">
                <a:solidFill>
                  <a:srgbClr val="3F3F3F"/>
                </a:solidFill>
                <a:latin typeface="Calibri"/>
                <a:ea typeface="Calibri"/>
                <a:cs typeface="Calibri"/>
                <a:sym typeface="Calibri"/>
              </a:rPr>
              <a:t>user.py</a:t>
            </a:r>
            <a:r>
              <a:rPr b="0" cap="none" sz="1800" i="0" lang="en-US" strike="noStrike" u="none">
                <a:solidFill>
                  <a:srgbClr val="3F3F3F"/>
                </a:solidFill>
                <a:latin typeface="Calibri"/>
                <a:ea typeface="Calibri"/>
                <a:cs typeface="Calibri"/>
                <a:sym typeface="Calibri"/>
              </a:rPr>
              <a:t> – (Optional) Handles user registration and login.</a:t>
            </a:r>
            <a:endParaRPr b="0" cap="none" sz="1800" i="0" strike="noStrike" u="none">
              <a:solidFill>
                <a:srgbClr val="3F3F3F"/>
              </a:solidFill>
              <a:latin typeface="Calibri"/>
              <a:ea typeface="Calibri"/>
              <a:cs typeface="Calibri"/>
              <a:sym typeface="Calibri"/>
            </a:endParaRPr>
          </a:p>
          <a:p>
            <a:pPr algn="l" indent="-114300" lvl="0" marL="91440" marR="0" rtl="0">
              <a:lnSpc>
                <a:spcPct val="90000"/>
              </a:lnSpc>
              <a:spcBef>
                <a:spcPts val="1400"/>
              </a:spcBef>
              <a:spcAft>
                <a:spcPts val="0"/>
              </a:spcAft>
              <a:buClr>
                <a:srgbClr val="9DBFBE"/>
              </a:buClr>
              <a:buSzPts val="1800"/>
              <a:buFont typeface="Calibri"/>
              <a:buAutoNum type="arabicPeriod"/>
            </a:pPr>
            <a:r>
              <a:rPr b="1" cap="none" sz="1800" i="0" lang="en-US" strike="noStrike" u="none">
                <a:solidFill>
                  <a:srgbClr val="3F3F3F"/>
                </a:solidFill>
                <a:latin typeface="Calibri"/>
                <a:ea typeface="Calibri"/>
                <a:cs typeface="Calibri"/>
                <a:sym typeface="Calibri"/>
              </a:rPr>
              <a:t>filehandler.py</a:t>
            </a:r>
            <a:r>
              <a:rPr b="0" cap="none" sz="1800" i="0" lang="en-US" strike="noStrike" u="none">
                <a:solidFill>
                  <a:srgbClr val="3F3F3F"/>
                </a:solidFill>
                <a:latin typeface="Calibri"/>
                <a:ea typeface="Calibri"/>
                <a:cs typeface="Calibri"/>
                <a:sym typeface="Calibri"/>
              </a:rPr>
              <a:t> – (Optional) Saves booking records or prints ticket.</a:t>
            </a:r>
            <a:endParaRPr b="0" cap="none" sz="1800" i="0" strike="noStrike" u="none">
              <a:solidFill>
                <a:srgbClr val="3F3F3F"/>
              </a:solidFill>
              <a:latin typeface="Calibri"/>
              <a:ea typeface="Calibri"/>
              <a:cs typeface="Calibri"/>
              <a:sym typeface="Calibri"/>
            </a:endParaRPr>
          </a:p>
          <a:p>
            <a:pPr algn="l" indent="0" lvl="0" marL="91440" marR="0" rtl="0">
              <a:lnSpc>
                <a:spcPct val="90000"/>
              </a:lnSpc>
              <a:spcBef>
                <a:spcPts val="1400"/>
              </a:spcBef>
              <a:spcAft>
                <a:spcPts val="0"/>
              </a:spcAft>
              <a:buClr>
                <a:srgbClr val="000000"/>
              </a:buClr>
              <a:buSzPts val="1800"/>
              <a:buFont typeface="Arial"/>
              <a:buNone/>
            </a:pPr>
            <a:r>
              <a:t/>
            </a:r>
            <a:endParaRPr b="0" cap="none" sz="1800" i="0" strike="noStrike" u="none">
              <a:solidFill>
                <a:srgbClr val="3F3F3F"/>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Shape 182"/>
        <p:cNvGrpSpPr/>
        <p:nvPr/>
      </p:nvGrpSpPr>
      <p:grpSpPr>
        <a:xfrm>
          <a:off x="0" y="0"/>
          <a:ext cx="0" cy="0"/>
          <a:chOff x="0" y="0"/>
          <a:chExt cx="0" cy="0"/>
        </a:xfrm>
      </p:grpSpPr>
      <p:sp>
        <p:nvSpPr>
          <p:cNvPr id="1048648" name="Google Shape;183;p22"/>
          <p:cNvSpPr txBox="1"/>
          <p:nvPr>
            <p:ph type="title"/>
          </p:nvPr>
        </p:nvSpPr>
        <p:spPr>
          <a:xfrm>
            <a:off x="457200" y="11430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Description of Modules</a:t>
            </a:r>
            <a:endParaRPr b="1">
              <a:solidFill>
                <a:schemeClr val="dk1"/>
              </a:solidFill>
              <a:latin typeface="Times New Roman"/>
              <a:ea typeface="Times New Roman"/>
              <a:cs typeface="Times New Roman"/>
              <a:sym typeface="Times New Roman"/>
            </a:endParaRPr>
          </a:p>
        </p:txBody>
      </p:sp>
      <p:sp>
        <p:nvSpPr>
          <p:cNvPr id="1048649" name="Google Shape;184;p22"/>
          <p:cNvSpPr txBox="1"/>
          <p:nvPr>
            <p:ph type="ftr" idx="11"/>
          </p:nvPr>
        </p:nvSpPr>
        <p:spPr>
          <a:xfrm>
            <a:off x="2667000" y="4767263"/>
            <a:ext cx="4343400" cy="274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Clr>
                <a:schemeClr val="dk2"/>
              </a:buClr>
              <a:buSzPts val="1200"/>
              <a:buFont typeface="Times New Roman"/>
              <a:buNone/>
            </a:pPr>
            <a:r>
              <a:rPr sz="1200" lang="en-US">
                <a:latin typeface="Times New Roman"/>
                <a:ea typeface="Times New Roman"/>
                <a:cs typeface="Times New Roman"/>
                <a:sym typeface="Times New Roman"/>
              </a:rPr>
              <a:t>EGB1122 – PYTHON PROGRAMMING –PROJECT REVIEW 1</a:t>
            </a:r>
          </a:p>
        </p:txBody>
      </p:sp>
      <p:sp>
        <p:nvSpPr>
          <p:cNvPr id="1048650" name="Google Shape;185;p22"/>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2"/>
              </a:buClr>
              <a:buSzPts val="1400"/>
              <a:buFont typeface="Gill Sans"/>
              <a:buNone/>
            </a:pPr>
            <a:fld id="{00000000-1234-1234-1234-123412341234}" type="slidenum">
              <a:rPr lang="en-US"/>
              <a:t>10</a:t>
            </a:fld>
          </a:p>
        </p:txBody>
      </p:sp>
      <p:sp>
        <p:nvSpPr>
          <p:cNvPr id="1048651" name="Google Shape;186;p22"/>
          <p:cNvSpPr txBox="1"/>
          <p:nvPr/>
        </p:nvSpPr>
        <p:spPr>
          <a:xfrm>
            <a:off x="612655" y="969289"/>
            <a:ext cx="9285600" cy="3495000"/>
          </a:xfrm>
          <a:prstGeom prst="rect"/>
          <a:noFill/>
          <a:ln>
            <a:noFill/>
          </a:ln>
        </p:spPr>
        <p:txBody>
          <a:bodyPr anchor="ctr" anchorCtr="0" bIns="45700" lIns="91425" rIns="91425" spcFirstLastPara="1" tIns="45700" wrap="square">
            <a:spAutoFit/>
          </a:bodyPr>
          <a:p>
            <a:pPr algn="l" indent="-114300" lvl="0" marL="0" marR="0" rtl="0">
              <a:lnSpc>
                <a:spcPct val="100000"/>
              </a:lnSpc>
              <a:spcBef>
                <a:spcPts val="0"/>
              </a:spcBef>
              <a:spcAft>
                <a:spcPts val="0"/>
              </a:spcAft>
              <a:buClr>
                <a:srgbClr val="000000"/>
              </a:buClr>
              <a:buSzPts val="1800"/>
              <a:buFont typeface="Arial"/>
              <a:buChar char="•"/>
            </a:pPr>
            <a:r>
              <a:rPr b="1" cap="none" sz="1800" i="0" lang="en-US" strike="noStrike" u="none">
                <a:solidFill>
                  <a:srgbClr val="000000"/>
                </a:solidFill>
                <a:latin typeface="Arial"/>
                <a:ea typeface="Arial"/>
                <a:cs typeface="Arial"/>
                <a:sym typeface="Arial"/>
              </a:rPr>
              <a:t>main.py</a:t>
            </a:r>
            <a:r>
              <a:rPr b="0" cap="none" sz="1800" i="0" lang="en-US" strike="noStrike" u="none">
                <a:solidFill>
                  <a:srgbClr val="000000"/>
                </a:solidFill>
                <a:latin typeface="Arial"/>
                <a:ea typeface="Arial"/>
                <a:cs typeface="Arial"/>
                <a:sym typeface="Arial"/>
              </a:rPr>
              <a:t>:</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Displays the main menu and navigates to other modules.</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1" cap="none" sz="1800" i="0" lang="en-US" strike="noStrike" u="none">
                <a:solidFill>
                  <a:srgbClr val="000000"/>
                </a:solidFill>
                <a:latin typeface="Arial"/>
                <a:ea typeface="Arial"/>
                <a:cs typeface="Arial"/>
                <a:sym typeface="Arial"/>
              </a:rPr>
              <a:t>movies.py</a:t>
            </a:r>
            <a:r>
              <a:rPr b="0" cap="none" sz="1800" i="0" lang="en-US" strike="noStrike" u="none">
                <a:solidFill>
                  <a:srgbClr val="000000"/>
                </a:solidFill>
                <a:latin typeface="Arial"/>
                <a:ea typeface="Arial"/>
                <a:cs typeface="Arial"/>
                <a:sym typeface="Arial"/>
              </a:rPr>
              <a:t>:</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Stores and displays movies, showtimes, and screens.</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1" cap="none" sz="1800" i="0" lang="en-US" strike="noStrike" u="none">
                <a:solidFill>
                  <a:srgbClr val="000000"/>
                </a:solidFill>
                <a:latin typeface="Arial"/>
                <a:ea typeface="Arial"/>
                <a:cs typeface="Arial"/>
                <a:sym typeface="Arial"/>
              </a:rPr>
              <a:t>booking.py</a:t>
            </a:r>
            <a:r>
              <a:rPr b="0" cap="none" sz="1800" i="0" lang="en-US" strike="noStrike" u="none">
                <a:solidFill>
                  <a:srgbClr val="000000"/>
                </a:solidFill>
                <a:latin typeface="Arial"/>
                <a:ea typeface="Arial"/>
                <a:cs typeface="Arial"/>
                <a:sym typeface="Arial"/>
              </a:rPr>
              <a:t>:</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Takes user input for booking, checks seat availability, and confirms the booking.</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1" cap="none" sz="1800" i="0" lang="en-US" strike="noStrike" u="none">
                <a:solidFill>
                  <a:srgbClr val="000000"/>
                </a:solidFill>
                <a:latin typeface="Arial"/>
                <a:ea typeface="Arial"/>
                <a:cs typeface="Arial"/>
                <a:sym typeface="Arial"/>
              </a:rPr>
              <a:t>seats.py</a:t>
            </a:r>
            <a:r>
              <a:rPr b="0" cap="none" sz="1800" i="0" lang="en-US" strike="noStrike" u="none">
                <a:solidFill>
                  <a:srgbClr val="000000"/>
                </a:solidFill>
                <a:latin typeface="Arial"/>
                <a:ea typeface="Arial"/>
                <a:cs typeface="Arial"/>
                <a:sym typeface="Arial"/>
              </a:rPr>
              <a:t>:</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Manages seat matrices (2D lists) for each show.</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1" cap="none" sz="1800" i="0" lang="en-US" strike="noStrike" u="none">
                <a:solidFill>
                  <a:srgbClr val="000000"/>
                </a:solidFill>
                <a:latin typeface="Arial"/>
                <a:ea typeface="Arial"/>
                <a:cs typeface="Arial"/>
                <a:sym typeface="Arial"/>
              </a:rPr>
              <a:t>user.py</a:t>
            </a:r>
            <a:r>
              <a:rPr b="0" cap="none" sz="1800" i="0" lang="en-US" strike="noStrike" u="none">
                <a:solidFill>
                  <a:srgbClr val="000000"/>
                </a:solidFill>
                <a:latin typeface="Arial"/>
                <a:ea typeface="Arial"/>
                <a:cs typeface="Arial"/>
                <a:sym typeface="Arial"/>
              </a:rPr>
              <a:t> (optional):</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Registers users and stores login details.</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1" cap="none" sz="1800" i="0" lang="en-US" strike="noStrike" u="none">
                <a:solidFill>
                  <a:srgbClr val="000000"/>
                </a:solidFill>
                <a:latin typeface="Arial"/>
                <a:ea typeface="Arial"/>
                <a:cs typeface="Arial"/>
                <a:sym typeface="Arial"/>
              </a:rPr>
              <a:t>filehandler.py</a:t>
            </a:r>
            <a:r>
              <a:rPr b="0" cap="none" sz="1800" i="0" lang="en-US" strike="noStrike" u="none">
                <a:solidFill>
                  <a:srgbClr val="000000"/>
                </a:solidFill>
                <a:latin typeface="Arial"/>
                <a:ea typeface="Arial"/>
                <a:cs typeface="Arial"/>
                <a:sym typeface="Arial"/>
              </a:rPr>
              <a:t> (optional):</a:t>
            </a:r>
            <a:endParaRPr b="0" cap="none" sz="1800" i="0" strike="noStrike" u="none">
              <a:solidFill>
                <a:srgbClr val="3F3F3F"/>
              </a:solidFill>
              <a:latin typeface="Calibri"/>
              <a:ea typeface="Calibri"/>
              <a:cs typeface="Calibri"/>
              <a:sym typeface="Calibri"/>
            </a:endParaRPr>
          </a:p>
          <a:p>
            <a:pPr algn="l" indent="-114300" lvl="0" marL="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Arial"/>
                <a:ea typeface="Arial"/>
                <a:cs typeface="Arial"/>
                <a:sym typeface="Arial"/>
              </a:rPr>
              <a:t>Generates ticket file or logs booking information.</a:t>
            </a:r>
            <a:endParaRPr b="0" cap="none" sz="1800" i="0" strike="noStrike" u="none">
              <a:solidFill>
                <a:srgbClr val="3F3F3F"/>
              </a:solidFill>
              <a:latin typeface="Calibri"/>
              <a:ea typeface="Calibri"/>
              <a:cs typeface="Calibri"/>
              <a:sym typeface="Calibri"/>
            </a:endParaRPr>
          </a:p>
          <a:p>
            <a:pPr algn="l"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9" name="Shape 190"/>
        <p:cNvGrpSpPr/>
        <p:nvPr/>
      </p:nvGrpSpPr>
      <p:grpSpPr>
        <a:xfrm>
          <a:off x="0" y="0"/>
          <a:ext cx="0" cy="0"/>
          <a:chOff x="0" y="0"/>
          <a:chExt cx="0" cy="0"/>
        </a:xfrm>
      </p:grpSpPr>
      <p:sp>
        <p:nvSpPr>
          <p:cNvPr id="1048654" name="Google Shape;191;p23"/>
          <p:cNvSpPr txBox="1"/>
          <p:nvPr>
            <p:ph type="title"/>
          </p:nvPr>
        </p:nvSpPr>
        <p:spPr>
          <a:xfrm>
            <a:off x="457200" y="11430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Results</a:t>
            </a:r>
            <a:endParaRPr b="1">
              <a:solidFill>
                <a:schemeClr val="dk1"/>
              </a:solidFill>
              <a:latin typeface="Times New Roman"/>
              <a:ea typeface="Times New Roman"/>
              <a:cs typeface="Times New Roman"/>
              <a:sym typeface="Times New Roman"/>
            </a:endParaRPr>
          </a:p>
        </p:txBody>
      </p:sp>
      <p:sp>
        <p:nvSpPr>
          <p:cNvPr id="1048655" name="Google Shape;192;p23"/>
          <p:cNvSpPr txBox="1"/>
          <p:nvPr>
            <p:ph type="ftr" idx="11"/>
          </p:nvPr>
        </p:nvSpPr>
        <p:spPr>
          <a:xfrm>
            <a:off x="2667000" y="4767263"/>
            <a:ext cx="4343400" cy="274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SzPts val="1400"/>
              <a:buNone/>
            </a:pPr>
            <a:r>
              <a:rPr sz="1200" lang="en-US">
                <a:latin typeface="Times New Roman"/>
                <a:ea typeface="Times New Roman"/>
                <a:cs typeface="Times New Roman"/>
                <a:sym typeface="Times New Roman"/>
              </a:rPr>
              <a:t>EGB1122 – PYTHON PROGRAMMING –PROJECT REVIEW 1</a:t>
            </a:r>
          </a:p>
        </p:txBody>
      </p:sp>
      <p:sp>
        <p:nvSpPr>
          <p:cNvPr id="1048656" name="Google Shape;193;p23"/>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fld id="{00000000-1234-1234-1234-123412341234}" type="slidenum">
              <a:rPr lang="en-US"/>
              <a:t>11</a:t>
            </a:fld>
          </a:p>
        </p:txBody>
      </p:sp>
      <p:pic>
        <p:nvPicPr>
          <p:cNvPr id="2097152" name="Google Shape;194;p23"/>
          <p:cNvPicPr preferRelativeResize="0">
            <a:picLocks/>
          </p:cNvPicPr>
          <p:nvPr/>
        </p:nvPicPr>
        <p:blipFill rotWithShape="1">
          <a:blip xmlns:r="http://schemas.openxmlformats.org/officeDocument/2006/relationships" r:embed="rId1">
            <a:alphaModFix/>
          </a:blip>
          <a:srcRect l="0" t="0" r="0" b="0"/>
          <a:stretch>
            <a:fillRect/>
          </a:stretch>
        </p:blipFill>
        <p:spPr>
          <a:xfrm>
            <a:off x="612648" y="968188"/>
            <a:ext cx="3824881" cy="3635561"/>
          </a:xfrm>
          <a:prstGeom prst="rect"/>
          <a:noFill/>
          <a:ln>
            <a:noFill/>
          </a:ln>
        </p:spPr>
      </p:pic>
      <p:sp>
        <p:nvSpPr>
          <p:cNvPr id="1048657" name="Google Shape;195;p23"/>
          <p:cNvSpPr txBox="1"/>
          <p:nvPr/>
        </p:nvSpPr>
        <p:spPr>
          <a:xfrm>
            <a:off x="4612344" y="1232922"/>
            <a:ext cx="4074456" cy="2733000"/>
          </a:xfrm>
          <a:prstGeom prst="rect"/>
          <a:noFill/>
          <a:ln>
            <a:noFill/>
          </a:ln>
        </p:spPr>
        <p:txBody>
          <a:bodyPr anchor="t" anchorCtr="0" bIns="45700" lIns="91425" rIns="91425" spcFirstLastPara="1" tIns="45700" wrap="square">
            <a:spAutoFit/>
          </a:bodyPr>
          <a:p>
            <a:pPr algn="l" indent="0" lvl="0" marL="0" marR="0" rtl="0">
              <a:lnSpc>
                <a:spcPct val="100000"/>
              </a:lnSpc>
              <a:spcBef>
                <a:spcPts val="0"/>
              </a:spcBef>
              <a:spcAft>
                <a:spcPts val="0"/>
              </a:spcAft>
              <a:buClr>
                <a:srgbClr val="000000"/>
              </a:buClr>
              <a:buSzPts val="1400"/>
              <a:buFont typeface="Arial"/>
              <a:buNone/>
            </a:pPr>
            <a:r>
              <a:rPr b="0" cap="none" sz="1400" i="0" lang="en-US" strike="noStrike" u="none">
                <a:solidFill>
                  <a:srgbClr val="000000"/>
                </a:solidFill>
                <a:latin typeface="Arial"/>
                <a:ea typeface="Arial"/>
                <a:cs typeface="Arial"/>
                <a:sym typeface="Arial"/>
              </a:rPr>
              <a:t>A movie ticket booking system streamlines the process of reserving seats for movie screenings by allowing users to browse movies, view showtimes, select preferred seats, and make payments online or through an app. The system ensures real-time seat availability updates, prevents double bookings, and provides users with instant confirmation. It also benefits theater operators through efficient ticket sales tracking and reduced manual workload. Overall, the system enhances user convenience and operational efficiency, making the ticketing process faster, more accurate, and accessible.</a:t>
            </a:r>
            <a:endParaRPr b="0" cap="none" sz="1400" i="0" strike="noStrike" u="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2" name="Shape 199"/>
        <p:cNvGrpSpPr/>
        <p:nvPr/>
      </p:nvGrpSpPr>
      <p:grpSpPr>
        <a:xfrm>
          <a:off x="0" y="0"/>
          <a:ext cx="0" cy="0"/>
          <a:chOff x="0" y="0"/>
          <a:chExt cx="0" cy="0"/>
        </a:xfrm>
      </p:grpSpPr>
      <p:sp>
        <p:nvSpPr>
          <p:cNvPr id="1048660" name="Google Shape;200;p24"/>
          <p:cNvSpPr txBox="1"/>
          <p:nvPr>
            <p:ph type="title"/>
          </p:nvPr>
        </p:nvSpPr>
        <p:spPr>
          <a:xfrm>
            <a:off x="457200" y="114300"/>
            <a:ext cx="8229600" cy="743100"/>
          </a:xfrm>
          <a:prstGeom prst="rect"/>
          <a:solidFill>
            <a:srgbClr val="93B9C3"/>
          </a:solidFill>
          <a:ln>
            <a:noFill/>
          </a:ln>
        </p:spPr>
        <p:txBody>
          <a:bodyPr anchor="b" anchorCtr="0" bIns="45700" lIns="91425" rIns="91425" spcFirstLastPara="1" tIns="45700" wrap="square">
            <a:normAutofit/>
          </a:bodyPr>
          <a:p>
            <a:pPr algn="ctr" indent="0" lvl="0" marL="0" rtl="0">
              <a:lnSpc>
                <a:spcPct val="100000"/>
              </a:lnSpc>
              <a:spcBef>
                <a:spcPts val="0"/>
              </a:spcBef>
              <a:spcAft>
                <a:spcPts val="0"/>
              </a:spcAft>
              <a:buClr>
                <a:schemeClr val="dk1"/>
              </a:buClr>
              <a:buSzPts val="3200"/>
              <a:buFont typeface="Times New Roman"/>
              <a:buNone/>
            </a:pPr>
            <a:r>
              <a:rPr b="1" lang="en-US">
                <a:solidFill>
                  <a:schemeClr val="dk1"/>
                </a:solidFill>
                <a:latin typeface="Times New Roman"/>
                <a:ea typeface="Times New Roman"/>
                <a:cs typeface="Times New Roman"/>
                <a:sym typeface="Times New Roman"/>
              </a:rPr>
              <a:t>Conclusion</a:t>
            </a:r>
            <a:endParaRPr b="1">
              <a:solidFill>
                <a:schemeClr val="dk1"/>
              </a:solidFill>
              <a:latin typeface="Times New Roman"/>
              <a:ea typeface="Times New Roman"/>
              <a:cs typeface="Times New Roman"/>
              <a:sym typeface="Times New Roman"/>
            </a:endParaRPr>
          </a:p>
        </p:txBody>
      </p:sp>
      <p:sp>
        <p:nvSpPr>
          <p:cNvPr id="1048661" name="Google Shape;201;p24"/>
          <p:cNvSpPr txBox="1"/>
          <p:nvPr>
            <p:ph type="ftr" idx="11"/>
          </p:nvPr>
        </p:nvSpPr>
        <p:spPr>
          <a:xfrm>
            <a:off x="2667000" y="4767263"/>
            <a:ext cx="4343400" cy="274200"/>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SzPts val="1400"/>
              <a:buNone/>
            </a:pPr>
            <a:r>
              <a:rPr sz="1200" lang="en-US">
                <a:latin typeface="Times New Roman"/>
                <a:ea typeface="Times New Roman"/>
                <a:cs typeface="Times New Roman"/>
                <a:sym typeface="Times New Roman"/>
              </a:rPr>
              <a:t>EGB1122 – PYTHON PROGRAMMING –PROJECT REVIEW 1</a:t>
            </a:r>
          </a:p>
        </p:txBody>
      </p:sp>
      <p:sp>
        <p:nvSpPr>
          <p:cNvPr id="1048662" name="Google Shape;202;p24"/>
          <p:cNvSpPr txBox="1"/>
          <p:nvPr>
            <p:ph type="sldNum" idx="12"/>
          </p:nvPr>
        </p:nvSpPr>
        <p:spPr>
          <a:xfrm>
            <a:off x="612648" y="4767263"/>
            <a:ext cx="1981200" cy="2742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fld id="{00000000-1234-1234-1234-123412341234}" type="slidenum">
              <a:rPr lang="en-US"/>
              <a:t>12</a:t>
            </a:fld>
          </a:p>
        </p:txBody>
      </p:sp>
      <p:sp>
        <p:nvSpPr>
          <p:cNvPr id="1048663" name="Google Shape;203;p24"/>
          <p:cNvSpPr txBox="1"/>
          <p:nvPr>
            <p:ph type="body" idx="1"/>
          </p:nvPr>
        </p:nvSpPr>
        <p:spPr>
          <a:xfrm>
            <a:off x="612648" y="960731"/>
            <a:ext cx="7538400" cy="3703200"/>
          </a:xfrm>
          <a:prstGeom prst="rect"/>
          <a:noFill/>
          <a:ln>
            <a:noFill/>
          </a:ln>
        </p:spPr>
        <p:txBody>
          <a:bodyPr anchor="t" anchorCtr="0" bIns="45700" lIns="91425" rIns="91425" spcFirstLastPara="1" tIns="45700" wrap="square">
            <a:noAutofit/>
          </a:bodyPr>
          <a:p>
            <a:pPr algn="l" indent="-148844" lvl="0" marL="274320" rtl="0">
              <a:lnSpc>
                <a:spcPct val="100000"/>
              </a:lnSpc>
              <a:spcBef>
                <a:spcPts val="0"/>
              </a:spcBef>
              <a:spcAft>
                <a:spcPts val="0"/>
              </a:spcAft>
              <a:buSzPts val="1976"/>
              <a:buNone/>
            </a:pPr>
            <a:r>
              <a:rPr sz="1800" lang="en-US"/>
              <a:t>   In conclusion, the movie ticket booking system developed using Python provides a practical and user-friendly solution for automating the ticket reservation process. By leveraging Python's simplicity and powerful libraries, the system effectively handles tasks such as movie listings, seat selection, ticket booking, and payment simulation. It enhances the user experience by offering a seamless interface and reduces administrative workload through automated processes. Overall, the project demonstrates how Python can be used to build reliable and efficient applications for real-world scenarios like movie ticket booking.</a:t>
            </a:r>
            <a:endParaRPr sz="1800"/>
          </a:p>
          <a:p>
            <a:pPr algn="l" indent="-148844" lvl="0" marL="274320" rtl="0">
              <a:lnSpc>
                <a:spcPct val="100000"/>
              </a:lnSpc>
              <a:spcBef>
                <a:spcPts val="0"/>
              </a:spcBef>
              <a:spcAft>
                <a:spcPts val="0"/>
              </a:spcAft>
              <a:buSzPts val="1976"/>
              <a:buNone/>
            </a:pPr>
            <a:r>
              <a:t/>
            </a:r>
            <a:endParaRPr sz="1800"/>
          </a:p>
          <a:p>
            <a:pPr algn="l" indent="-148844" lvl="0" marL="274320" rtl="0">
              <a:lnSpc>
                <a:spcPct val="100000"/>
              </a:lnSpc>
              <a:spcBef>
                <a:spcPts val="0"/>
              </a:spcBef>
              <a:spcAft>
                <a:spcPts val="0"/>
              </a:spcAft>
              <a:buSzPts val="1976"/>
              <a:buNone/>
            </a:pPr>
            <a:r>
              <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6" name="Shape 207"/>
        <p:cNvGrpSpPr/>
        <p:nvPr/>
      </p:nvGrpSpPr>
      <p:grpSpPr>
        <a:xfrm>
          <a:off x="0" y="0"/>
          <a:ext cx="0" cy="0"/>
          <a:chOff x="0" y="0"/>
          <a:chExt cx="0" cy="0"/>
        </a:xfrm>
      </p:grpSpPr>
      <p:sp>
        <p:nvSpPr>
          <p:cNvPr id="1048671" name="Google Shape;208;p25"/>
          <p:cNvSpPr txBox="1"/>
          <p:nvPr>
            <p:ph type="title"/>
          </p:nvPr>
        </p:nvSpPr>
        <p:spPr>
          <a:xfrm>
            <a:off x="457200" y="171450"/>
            <a:ext cx="8229600" cy="685800"/>
          </a:xfrm>
          <a:prstGeom prst="rect"/>
          <a:solidFill>
            <a:srgbClr val="93B9C3"/>
          </a:solidFill>
          <a:ln>
            <a:noFill/>
          </a:ln>
        </p:spPr>
        <p:txBody>
          <a:bodyPr anchor="b" anchorCtr="0" bIns="45700" lIns="91425" rIns="91425" spcFirstLastPara="1" tIns="45700" wrap="square">
            <a:normAutofit fontScale="93182"/>
          </a:bodyPr>
          <a:p>
            <a:pPr algn="ctr" indent="0" lvl="0" marL="0" rtl="0">
              <a:lnSpc>
                <a:spcPct val="100000"/>
              </a:lnSpc>
              <a:spcBef>
                <a:spcPts val="0"/>
              </a:spcBef>
              <a:spcAft>
                <a:spcPts val="0"/>
              </a:spcAft>
              <a:buClr>
                <a:schemeClr val="dk1"/>
              </a:buClr>
              <a:buSzPct val="100000"/>
              <a:buFont typeface="Times New Roman"/>
              <a:buNone/>
            </a:pPr>
            <a:r>
              <a:rPr b="1" sz="4400" lang="en-US">
                <a:solidFill>
                  <a:schemeClr val="dk1"/>
                </a:solidFill>
                <a:latin typeface="Times New Roman"/>
                <a:ea typeface="Times New Roman"/>
                <a:cs typeface="Times New Roman"/>
                <a:sym typeface="Times New Roman"/>
              </a:rPr>
              <a:t>Thank  You</a:t>
            </a:r>
            <a:endParaRPr b="1" sz="4000">
              <a:solidFill>
                <a:schemeClr val="dk1"/>
              </a:solidFill>
              <a:latin typeface="Times New Roman"/>
              <a:ea typeface="Times New Roman"/>
              <a:cs typeface="Times New Roman"/>
              <a:sym typeface="Times New Roman"/>
            </a:endParaRPr>
          </a:p>
        </p:txBody>
      </p:sp>
      <p:sp>
        <p:nvSpPr>
          <p:cNvPr id="1048672" name="Google Shape;209;p25"/>
          <p:cNvSpPr txBox="1"/>
          <p:nvPr>
            <p:ph type="ftr" idx="11"/>
          </p:nvPr>
        </p:nvSpPr>
        <p:spPr>
          <a:xfrm>
            <a:off x="2743200" y="4767263"/>
            <a:ext cx="4340352" cy="376237"/>
          </a:xfrm>
          <a:prstGeom prst="rect"/>
          <a:noFill/>
          <a:ln>
            <a:noFill/>
          </a:ln>
        </p:spPr>
        <p:txBody>
          <a:bodyPr anchor="t" anchorCtr="0" bIns="45700" lIns="91425" rIns="91425" spcFirstLastPara="1" tIns="45700" wrap="square">
            <a:noAutofit/>
          </a:bodyPr>
          <a:p>
            <a:pPr algn="r" indent="0" lvl="0" marL="0" rtl="0">
              <a:lnSpc>
                <a:spcPct val="100000"/>
              </a:lnSpc>
              <a:spcBef>
                <a:spcPts val="0"/>
              </a:spcBef>
              <a:spcAft>
                <a:spcPts val="0"/>
              </a:spcAft>
              <a:buSzPts val="1400"/>
              <a:buNone/>
            </a:pPr>
            <a:r>
              <a:rPr sz="1200" lang="en-US">
                <a:latin typeface="Times New Roman"/>
                <a:ea typeface="Times New Roman"/>
                <a:cs typeface="Times New Roman"/>
                <a:sym typeface="Times New Roman"/>
              </a:rPr>
              <a:t>EGB1122 – PYTHON PROGRAMMING –PROJECT REVIEW 1</a:t>
            </a:r>
          </a:p>
        </p:txBody>
      </p:sp>
      <p:sp>
        <p:nvSpPr>
          <p:cNvPr id="1048673" name="Google Shape;210;p25"/>
          <p:cNvSpPr txBox="1"/>
          <p:nvPr>
            <p:ph type="sldNum" idx="12"/>
          </p:nvPr>
        </p:nvSpPr>
        <p:spPr>
          <a:xfrm>
            <a:off x="612648" y="4767263"/>
            <a:ext cx="1981200" cy="27432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fld id="{00000000-1234-1234-1234-123412341234}" type="slidenum">
              <a:rPr lang="en-US"/>
              <a:t>13</a:t>
            </a:fld>
          </a:p>
        </p:txBody>
      </p:sp>
      <p:sp>
        <p:nvSpPr>
          <p:cNvPr id="1048674" name="Google Shape;211;p25"/>
          <p:cNvSpPr txBox="1"/>
          <p:nvPr/>
        </p:nvSpPr>
        <p:spPr>
          <a:xfrm>
            <a:off x="0" y="2099871"/>
            <a:ext cx="9144000" cy="1664258"/>
          </a:xfrm>
          <a:prstGeom prst="rect"/>
          <a:solidFill>
            <a:srgbClr val="EDF0C8"/>
          </a:solidFill>
          <a:ln>
            <a:noFill/>
          </a:ln>
        </p:spPr>
        <p:txBody>
          <a:bodyPr anchor="t" anchorCtr="0" bIns="45700" lIns="91425" rIns="91425" spcFirstLastPara="1" tIns="45700" wrap="square">
            <a:normAutofit/>
          </a:bodyPr>
          <a:p>
            <a:pPr algn="ctr" indent="0" lvl="0" marL="0" marR="0" rtl="0">
              <a:lnSpc>
                <a:spcPct val="100000"/>
              </a:lnSpc>
              <a:spcBef>
                <a:spcPts val="0"/>
              </a:spcBef>
              <a:spcAft>
                <a:spcPts val="0"/>
              </a:spcAft>
              <a:buClr>
                <a:schemeClr val="lt1"/>
              </a:buClr>
              <a:buSzPts val="3600"/>
              <a:buFont typeface="Bookman Old Style"/>
              <a:buNone/>
            </a:pPr>
            <a:r>
              <a:t/>
            </a:r>
            <a:endParaRPr b="0" cap="none" sz="3600" i="0" strike="noStrike" u="none">
              <a:solidFill>
                <a:schemeClr val="lt1"/>
              </a:solidFill>
              <a:latin typeface="Bookman Old Style"/>
              <a:ea typeface="Bookman Old Style"/>
              <a:cs typeface="Bookman Old Style"/>
              <a:sym typeface="Bookman Old Style"/>
            </a:endParaRPr>
          </a:p>
          <a:p>
            <a:pPr algn="ctr" indent="0" lvl="0" marL="0" marR="0" rtl="0">
              <a:lnSpc>
                <a:spcPct val="100000"/>
              </a:lnSpc>
              <a:spcBef>
                <a:spcPts val="0"/>
              </a:spcBef>
              <a:spcAft>
                <a:spcPts val="0"/>
              </a:spcAft>
              <a:buClr>
                <a:schemeClr val="dk1"/>
              </a:buClr>
              <a:buSzPts val="3600"/>
              <a:buFont typeface="Times New Roman"/>
              <a:buNone/>
            </a:pPr>
            <a:r>
              <a:rPr b="1" cap="none" sz="3600" i="0" lang="en-US" strike="noStrike" u="none">
                <a:solidFill>
                  <a:schemeClr val="dk1"/>
                </a:solidFill>
                <a:latin typeface="Times New Roman"/>
                <a:ea typeface="Times New Roman"/>
                <a:cs typeface="Times New Roman"/>
                <a:sym typeface="Times New Roman"/>
              </a:rPr>
              <a:t>ANY QUERIES??? </a:t>
            </a:r>
            <a:endParaRPr b="0" cap="none" sz="1400" i="0" strike="noStrike" u="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CPH2495</dc:creator>
  <dcterms:created xsi:type="dcterms:W3CDTF">2025-06-11T09:11:01Z</dcterms:created>
  <dcterms:modified xsi:type="dcterms:W3CDTF">2025-06-11T09:11:01Z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71dd62400bec4e8d81030f684c19fd9b</vt:lpwstr>
  </property>
</Properties>
</file>